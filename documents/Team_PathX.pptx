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1"/>
  </p:notesMasterIdLst>
  <p:sldIdLst>
    <p:sldId id="256" r:id="rId2"/>
    <p:sldId id="257" r:id="rId3"/>
    <p:sldId id="259" r:id="rId4"/>
    <p:sldId id="264" r:id="rId5"/>
    <p:sldId id="306" r:id="rId6"/>
    <p:sldId id="284" r:id="rId7"/>
    <p:sldId id="307" r:id="rId8"/>
    <p:sldId id="262" r:id="rId9"/>
    <p:sldId id="308" r:id="rId10"/>
  </p:sldIdLst>
  <p:sldSz cx="9144000" cy="5143500" type="screen16x9"/>
  <p:notesSz cx="6858000" cy="9144000"/>
  <p:embeddedFontLst>
    <p:embeddedFont>
      <p:font typeface="IBM Plex Mono" panose="020B0509050203000203" pitchFamily="49" charset="0"/>
      <p:regular r:id="rId12"/>
      <p:bold r:id="rId13"/>
      <p:italic r:id="rId14"/>
      <p:boldItalic r:id="rId15"/>
    </p:embeddedFont>
    <p:embeddedFont>
      <p:font typeface="OCR A Extended" panose="020B0604020202020204" charset="0"/>
      <p:regular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Roboto Condensed Light" panose="02000000000000000000" pitchFamily="2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EF7"/>
    <a:srgbClr val="163039"/>
    <a:srgbClr val="BDCB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F4907F9-17AC-4199-A6F5-C7ED6BA7AF86}">
  <a:tblStyle styleId="{CF4907F9-17AC-4199-A6F5-C7ED6BA7AF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63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9" name="Google Shape;1429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g24ed99bf1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6" name="Google Shape;1456;g24ed99bf1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24ed99bf1a4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24ed99bf1a4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C08B65E5-FAA0-AA78-E114-D132CE5F6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>
            <a:extLst>
              <a:ext uri="{FF2B5EF4-FFF2-40B4-BE49-F238E27FC236}">
                <a16:creationId xmlns:a16="http://schemas.microsoft.com/office/drawing/2014/main" id="{65BF8C76-3220-C512-AFE7-6215497C88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>
            <a:extLst>
              <a:ext uri="{FF2B5EF4-FFF2-40B4-BE49-F238E27FC236}">
                <a16:creationId xmlns:a16="http://schemas.microsoft.com/office/drawing/2014/main" id="{57418CA7-AC41-5325-073D-BF199394B3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501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0" name="Google Shape;2390;g24ef22aa1ac_0_1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1" name="Google Shape;2391;g24ef22aa1ac_0_1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A53A79D7-0893-79FB-BB28-330E6E46C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>
            <a:extLst>
              <a:ext uri="{FF2B5EF4-FFF2-40B4-BE49-F238E27FC236}">
                <a16:creationId xmlns:a16="http://schemas.microsoft.com/office/drawing/2014/main" id="{56B4AF09-C105-6C32-EB3A-5B2F637CF5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>
            <a:extLst>
              <a:ext uri="{FF2B5EF4-FFF2-40B4-BE49-F238E27FC236}">
                <a16:creationId xmlns:a16="http://schemas.microsoft.com/office/drawing/2014/main" id="{D39EB128-8576-31B8-0828-43142CFB3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8271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3" name="Google Shape;1633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BD8B9B1A-FD70-0922-DADC-B0E22E235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24e6b4d5c31_0_0:notes">
            <a:extLst>
              <a:ext uri="{FF2B5EF4-FFF2-40B4-BE49-F238E27FC236}">
                <a16:creationId xmlns:a16="http://schemas.microsoft.com/office/drawing/2014/main" id="{15E146E0-D497-7CE6-A5A1-C8A351FAF4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24e6b4d5c31_0_0:notes">
            <a:extLst>
              <a:ext uri="{FF2B5EF4-FFF2-40B4-BE49-F238E27FC236}">
                <a16:creationId xmlns:a16="http://schemas.microsoft.com/office/drawing/2014/main" id="{19F5B99A-90BF-D75D-B780-4FF39839CA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9529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20"/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01" name="Google Shape;801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6" name="Google Shape;1166;p26"/>
          <p:cNvSpPr txBox="1">
            <a:spLocks noGrp="1"/>
          </p:cNvSpPr>
          <p:nvPr>
            <p:ph type="subTitle" idx="1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7" name="Google Shape;1167;p26"/>
          <p:cNvSpPr txBox="1">
            <a:spLocks noGrp="1"/>
          </p:cNvSpPr>
          <p:nvPr>
            <p:ph type="subTitle" idx="2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8" name="Google Shape;1168;p26"/>
          <p:cNvSpPr txBox="1">
            <a:spLocks noGrp="1"/>
          </p:cNvSpPr>
          <p:nvPr>
            <p:ph type="subTitle" idx="3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9" name="Google Shape;1169;p26"/>
          <p:cNvSpPr txBox="1">
            <a:spLocks noGrp="1"/>
          </p:cNvSpPr>
          <p:nvPr>
            <p:ph type="subTitle" idx="4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0" name="Google Shape;1170;p26"/>
          <p:cNvSpPr txBox="1">
            <a:spLocks noGrp="1"/>
          </p:cNvSpPr>
          <p:nvPr>
            <p:ph type="subTitle" idx="5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1" name="Google Shape;1171;p26"/>
          <p:cNvSpPr txBox="1">
            <a:spLocks noGrp="1"/>
          </p:cNvSpPr>
          <p:nvPr>
            <p:ph type="subTitle" idx="6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2" name="Google Shape;1172;p26"/>
          <p:cNvSpPr txBox="1">
            <a:spLocks noGrp="1"/>
          </p:cNvSpPr>
          <p:nvPr>
            <p:ph type="subTitle" idx="7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3" name="Google Shape;1173;p26"/>
          <p:cNvSpPr txBox="1">
            <a:spLocks noGrp="1"/>
          </p:cNvSpPr>
          <p:nvPr>
            <p:ph type="subTitle" idx="8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rot="2700000" flipH="1">
                <a:off x="-1733384" y="1992813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rot="2700000" flipH="1">
                <a:off x="-1192832" y="2500186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rot="-8100000" flipH="1">
                  <a:off x="6536116" y="315063"/>
                  <a:ext cx="4006334" cy="47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rot="-8100000" flipH="1">
                  <a:off x="7076657" y="1499343"/>
                  <a:ext cx="2925242" cy="305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0" name="Google Shape;1340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1" name="Google Shape;1341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2" name="Google Shape;1342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6" name="Google Shape;1346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7" name="Google Shape;1347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8" name="Google Shape;1348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9" name="Google Shape;1349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0" name="Google Shape;1350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1" name="Google Shape;1351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2" name="Google Shape;1352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3" name="Google Shape;1353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4" name="Google Shape;1354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6" name="Google Shape;1356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7" name="Google Shape;1357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9" name="Google Shape;1359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60" name="Google Shape;1360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8" name="Google Shape;1368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5" name="Google Shape;1375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6" name="Google Shape;1376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9" name="Google Shape;1379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80" name="Google Shape;138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2" name="Google Shape;1382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3" name="Google Shape;1383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4" name="Google Shape;1384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5" name="Google Shape;1385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6" name="Google Shape;1386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7" name="Google Shape;1387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90" name="Google Shape;1390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1" name="Google Shape;1391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2" name="Google Shape;1392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3" name="Google Shape;1393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4" name="Google Shape;1394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1" name="Google Shape;1401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2" name="Google Shape;1402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10" name="Google Shape;1410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6" name="Google Shape;1416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7" name="Google Shape;1417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8" name="Google Shape;1418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9" name="Google Shape;1419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20" name="Google Shape;1420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8" r:id="rId5"/>
    <p:sldLayoutId id="2147483666" r:id="rId6"/>
    <p:sldLayoutId id="2147483672" r:id="rId7"/>
    <p:sldLayoutId id="2147483676" r:id="rId8"/>
    <p:sldLayoutId id="214748367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microsoft.com/office/2007/relationships/hdphoto" Target="../media/hdphoto4.wdp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microsoft.com/office/2007/relationships/hdphoto" Target="../media/hdphoto2.wdp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5" Type="http://schemas.openxmlformats.org/officeDocument/2006/relationships/image" Target="../media/image16.png"/><Relationship Id="rId10" Type="http://schemas.openxmlformats.org/officeDocument/2006/relationships/image" Target="../media/image12.png"/><Relationship Id="rId4" Type="http://schemas.microsoft.com/office/2007/relationships/hdphoto" Target="../media/hdphoto1.wdp"/><Relationship Id="rId9" Type="http://schemas.microsoft.com/office/2007/relationships/hdphoto" Target="../media/hdphoto3.wdp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8" name="Google Shape;1438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9" name="Google Shape;1439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0" name="Google Shape;1440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1" name="Google Shape;1441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3" name="Google Shape;1443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4" name="Google Shape;1444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5" name="Google Shape;1445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7" name="Google Shape;1447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8" name="Google Shape;1448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0" name="Google Shape;1450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1" name="Google Shape;1451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3" name="Google Shape;1453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3" name="Google Shape;1433;p35"/>
          <p:cNvGrpSpPr/>
          <p:nvPr/>
        </p:nvGrpSpPr>
        <p:grpSpPr>
          <a:xfrm>
            <a:off x="2719584" y="1198617"/>
            <a:ext cx="3936683" cy="134070"/>
            <a:chOff x="1096850" y="3242811"/>
            <a:chExt cx="3936683" cy="134070"/>
          </a:xfrm>
        </p:grpSpPr>
        <p:cxnSp>
          <p:nvCxnSpPr>
            <p:cNvPr id="1434" name="Google Shape;1434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5" name="Google Shape;1435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6" name="Google Shape;1436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32" name="Google Shape;1432;p35"/>
          <p:cNvSpPr txBox="1">
            <a:spLocks noGrp="1"/>
          </p:cNvSpPr>
          <p:nvPr>
            <p:ph type="ctrTitle"/>
          </p:nvPr>
        </p:nvSpPr>
        <p:spPr>
          <a:xfrm>
            <a:off x="2514144" y="5284"/>
            <a:ext cx="6974700" cy="13507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002060"/>
                </a:solidFill>
                <a:latin typeface="OCR A Extended" panose="02010509020102010303" pitchFamily="50" charset="0"/>
              </a:rPr>
              <a:t>Team PathX</a:t>
            </a:r>
            <a:endParaRPr sz="4800"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grpSp>
        <p:nvGrpSpPr>
          <p:cNvPr id="6" name="Google Shape;3151;p66">
            <a:extLst>
              <a:ext uri="{FF2B5EF4-FFF2-40B4-BE49-F238E27FC236}">
                <a16:creationId xmlns:a16="http://schemas.microsoft.com/office/drawing/2014/main" id="{CC3BC789-FA31-83C4-6FE4-4F60165A7730}"/>
              </a:ext>
            </a:extLst>
          </p:cNvPr>
          <p:cNvGrpSpPr/>
          <p:nvPr/>
        </p:nvGrpSpPr>
        <p:grpSpPr>
          <a:xfrm rot="1972607" flipH="1">
            <a:off x="7468816" y="74436"/>
            <a:ext cx="2806875" cy="2625875"/>
            <a:chOff x="-943975" y="2874825"/>
            <a:chExt cx="2806875" cy="2625875"/>
          </a:xfrm>
        </p:grpSpPr>
        <p:sp>
          <p:nvSpPr>
            <p:cNvPr id="7" name="Google Shape;3152;p66">
              <a:extLst>
                <a:ext uri="{FF2B5EF4-FFF2-40B4-BE49-F238E27FC236}">
                  <a16:creationId xmlns:a16="http://schemas.microsoft.com/office/drawing/2014/main" id="{0135A269-D420-BA1A-775D-C1AA6F062C67}"/>
                </a:ext>
              </a:extLst>
            </p:cNvPr>
            <p:cNvSpPr/>
            <p:nvPr/>
          </p:nvSpPr>
          <p:spPr>
            <a:xfrm>
              <a:off x="-272200" y="2874825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53;p66">
              <a:extLst>
                <a:ext uri="{FF2B5EF4-FFF2-40B4-BE49-F238E27FC236}">
                  <a16:creationId xmlns:a16="http://schemas.microsoft.com/office/drawing/2014/main" id="{3EC45D4D-796C-54B3-9671-8EB388321165}"/>
                </a:ext>
              </a:extLst>
            </p:cNvPr>
            <p:cNvSpPr/>
            <p:nvPr/>
          </p:nvSpPr>
          <p:spPr>
            <a:xfrm>
              <a:off x="-440144" y="2997519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54;p66">
              <a:extLst>
                <a:ext uri="{FF2B5EF4-FFF2-40B4-BE49-F238E27FC236}">
                  <a16:creationId xmlns:a16="http://schemas.microsoft.com/office/drawing/2014/main" id="{2B594FA0-2B6D-7783-30F6-38C2E2E836E4}"/>
                </a:ext>
              </a:extLst>
            </p:cNvPr>
            <p:cNvSpPr/>
            <p:nvPr/>
          </p:nvSpPr>
          <p:spPr>
            <a:xfrm>
              <a:off x="-608087" y="3120213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55;p66">
              <a:extLst>
                <a:ext uri="{FF2B5EF4-FFF2-40B4-BE49-F238E27FC236}">
                  <a16:creationId xmlns:a16="http://schemas.microsoft.com/office/drawing/2014/main" id="{DB3EF7E4-E081-3B93-4440-8CDD49180F87}"/>
                </a:ext>
              </a:extLst>
            </p:cNvPr>
            <p:cNvSpPr/>
            <p:nvPr/>
          </p:nvSpPr>
          <p:spPr>
            <a:xfrm>
              <a:off x="-776031" y="3242906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56;p66">
              <a:extLst>
                <a:ext uri="{FF2B5EF4-FFF2-40B4-BE49-F238E27FC236}">
                  <a16:creationId xmlns:a16="http://schemas.microsoft.com/office/drawing/2014/main" id="{1773EE90-7FD7-9F34-1D1B-68A8AD9754EA}"/>
                </a:ext>
              </a:extLst>
            </p:cNvPr>
            <p:cNvSpPr/>
            <p:nvPr/>
          </p:nvSpPr>
          <p:spPr>
            <a:xfrm>
              <a:off x="-943975" y="3365600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3141;p66">
            <a:extLst>
              <a:ext uri="{FF2B5EF4-FFF2-40B4-BE49-F238E27FC236}">
                <a16:creationId xmlns:a16="http://schemas.microsoft.com/office/drawing/2014/main" id="{D61E3A26-A455-3AD8-4ADF-F328889755F4}"/>
              </a:ext>
            </a:extLst>
          </p:cNvPr>
          <p:cNvGrpSpPr/>
          <p:nvPr/>
        </p:nvGrpSpPr>
        <p:grpSpPr>
          <a:xfrm rot="6132175">
            <a:off x="-808605" y="3971641"/>
            <a:ext cx="1892093" cy="1948807"/>
            <a:chOff x="229175" y="1404950"/>
            <a:chExt cx="1576350" cy="1623600"/>
          </a:xfrm>
        </p:grpSpPr>
        <p:sp>
          <p:nvSpPr>
            <p:cNvPr id="13" name="Google Shape;3142;p66">
              <a:extLst>
                <a:ext uri="{FF2B5EF4-FFF2-40B4-BE49-F238E27FC236}">
                  <a16:creationId xmlns:a16="http://schemas.microsoft.com/office/drawing/2014/main" id="{CC0CBA86-9620-6160-03EF-2834799F8CCD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43;p66">
              <a:extLst>
                <a:ext uri="{FF2B5EF4-FFF2-40B4-BE49-F238E27FC236}">
                  <a16:creationId xmlns:a16="http://schemas.microsoft.com/office/drawing/2014/main" id="{CC1031FD-0832-AB95-EFB3-508DA4FEE8C0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44;p66">
              <a:extLst>
                <a:ext uri="{FF2B5EF4-FFF2-40B4-BE49-F238E27FC236}">
                  <a16:creationId xmlns:a16="http://schemas.microsoft.com/office/drawing/2014/main" id="{A0C93ECF-3238-5E0A-B2FB-32A1F8108A14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45;p66">
              <a:extLst>
                <a:ext uri="{FF2B5EF4-FFF2-40B4-BE49-F238E27FC236}">
                  <a16:creationId xmlns:a16="http://schemas.microsoft.com/office/drawing/2014/main" id="{2109D245-A849-9DCE-3755-D90581C55557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 descr="A blue logo with a circle and a circle&#10;&#10;AI-generated content may be incorrect.">
            <a:extLst>
              <a:ext uri="{FF2B5EF4-FFF2-40B4-BE49-F238E27FC236}">
                <a16:creationId xmlns:a16="http://schemas.microsoft.com/office/drawing/2014/main" id="{AA8ABB49-25B7-B61E-1BE8-D3316BF1E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083" y="1473505"/>
            <a:ext cx="2702966" cy="270296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36"/>
          <p:cNvSpPr txBox="1">
            <a:spLocks noGrp="1"/>
          </p:cNvSpPr>
          <p:nvPr>
            <p:ph type="title"/>
          </p:nvPr>
        </p:nvSpPr>
        <p:spPr>
          <a:xfrm>
            <a:off x="458041" y="39540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002060"/>
                </a:solidFill>
                <a:latin typeface="OCR A Extended" panose="02010509020102010303" pitchFamily="50" charset="0"/>
              </a:rPr>
              <a:t>Table of contents</a:t>
            </a:r>
            <a:endParaRPr sz="4800"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1D5A3A-6503-B679-DB70-DB8148334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663278"/>
              </p:ext>
            </p:extLst>
          </p:nvPr>
        </p:nvGraphicFramePr>
        <p:xfrm>
          <a:off x="599808" y="1716419"/>
          <a:ext cx="6096000" cy="51816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91939011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532815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OCR A Extended" panose="02010509020102010303" pitchFamily="50" charset="0"/>
                        </a:rPr>
                        <a:t>1. Our Team</a:t>
                      </a:r>
                    </a:p>
                  </a:txBody>
                  <a:tcPr>
                    <a:solidFill>
                      <a:schemeClr val="bg1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31286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F99875D-D8D4-885C-A684-4FECA87E0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259373"/>
              </p:ext>
            </p:extLst>
          </p:nvPr>
        </p:nvGraphicFramePr>
        <p:xfrm>
          <a:off x="599808" y="2647342"/>
          <a:ext cx="6096000" cy="51816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5389866">
                  <a:extLst>
                    <a:ext uri="{9D8B030D-6E8A-4147-A177-3AD203B41FA5}">
                      <a16:colId xmlns:a16="http://schemas.microsoft.com/office/drawing/2014/main" val="3919390112"/>
                    </a:ext>
                  </a:extLst>
                </a:gridCol>
                <a:gridCol w="706134">
                  <a:extLst>
                    <a:ext uri="{9D8B030D-6E8A-4147-A177-3AD203B41FA5}">
                      <a16:colId xmlns:a16="http://schemas.microsoft.com/office/drawing/2014/main" val="532815808"/>
                    </a:ext>
                  </a:extLst>
                </a:gridCol>
              </a:tblGrid>
              <a:tr h="354152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OCR A Extended" panose="02010509020102010303" pitchFamily="50" charset="0"/>
                        </a:rPr>
                        <a:t>2. Stages of realization</a:t>
                      </a:r>
                    </a:p>
                  </a:txBody>
                  <a:tcPr>
                    <a:solidFill>
                      <a:schemeClr val="bg1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31286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222B5FE-2718-4CFE-B646-A34B80B5D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569678"/>
              </p:ext>
            </p:extLst>
          </p:nvPr>
        </p:nvGraphicFramePr>
        <p:xfrm>
          <a:off x="599808" y="3552308"/>
          <a:ext cx="6096000" cy="51816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5255187">
                  <a:extLst>
                    <a:ext uri="{9D8B030D-6E8A-4147-A177-3AD203B41FA5}">
                      <a16:colId xmlns:a16="http://schemas.microsoft.com/office/drawing/2014/main" val="3919390112"/>
                    </a:ext>
                  </a:extLst>
                </a:gridCol>
                <a:gridCol w="840813">
                  <a:extLst>
                    <a:ext uri="{9D8B030D-6E8A-4147-A177-3AD203B41FA5}">
                      <a16:colId xmlns:a16="http://schemas.microsoft.com/office/drawing/2014/main" val="532815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800" dirty="0">
                          <a:latin typeface="OCR A Extended" panose="02010509020102010303" pitchFamily="50" charset="0"/>
                        </a:rPr>
                        <a:t>3. Used tools</a:t>
                      </a:r>
                    </a:p>
                  </a:txBody>
                  <a:tcPr>
                    <a:solidFill>
                      <a:schemeClr val="bg1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312866"/>
                  </a:ext>
                </a:extLst>
              </a:tr>
            </a:tbl>
          </a:graphicData>
        </a:graphic>
      </p:graphicFrame>
      <p:grpSp>
        <p:nvGrpSpPr>
          <p:cNvPr id="9" name="Google Shape;3151;p66">
            <a:extLst>
              <a:ext uri="{FF2B5EF4-FFF2-40B4-BE49-F238E27FC236}">
                <a16:creationId xmlns:a16="http://schemas.microsoft.com/office/drawing/2014/main" id="{4E08F692-7CD7-E56A-D440-8B791441C764}"/>
              </a:ext>
            </a:extLst>
          </p:cNvPr>
          <p:cNvGrpSpPr/>
          <p:nvPr/>
        </p:nvGrpSpPr>
        <p:grpSpPr>
          <a:xfrm rot="1972607" flipH="1">
            <a:off x="7362492" y="131143"/>
            <a:ext cx="2806875" cy="2625875"/>
            <a:chOff x="-943975" y="2874825"/>
            <a:chExt cx="2806875" cy="2625875"/>
          </a:xfrm>
        </p:grpSpPr>
        <p:sp>
          <p:nvSpPr>
            <p:cNvPr id="10" name="Google Shape;3152;p66">
              <a:extLst>
                <a:ext uri="{FF2B5EF4-FFF2-40B4-BE49-F238E27FC236}">
                  <a16:creationId xmlns:a16="http://schemas.microsoft.com/office/drawing/2014/main" id="{5C1543FC-8113-8B4A-A3DF-B757E11EEA09}"/>
                </a:ext>
              </a:extLst>
            </p:cNvPr>
            <p:cNvSpPr/>
            <p:nvPr/>
          </p:nvSpPr>
          <p:spPr>
            <a:xfrm>
              <a:off x="-272200" y="2874825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53;p66">
              <a:extLst>
                <a:ext uri="{FF2B5EF4-FFF2-40B4-BE49-F238E27FC236}">
                  <a16:creationId xmlns:a16="http://schemas.microsoft.com/office/drawing/2014/main" id="{C9264E1C-2860-AF2C-81BB-52A94737E782}"/>
                </a:ext>
              </a:extLst>
            </p:cNvPr>
            <p:cNvSpPr/>
            <p:nvPr/>
          </p:nvSpPr>
          <p:spPr>
            <a:xfrm>
              <a:off x="-440144" y="2997519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54;p66">
              <a:extLst>
                <a:ext uri="{FF2B5EF4-FFF2-40B4-BE49-F238E27FC236}">
                  <a16:creationId xmlns:a16="http://schemas.microsoft.com/office/drawing/2014/main" id="{055EBA1E-0246-585C-D7CD-3F0950256EA2}"/>
                </a:ext>
              </a:extLst>
            </p:cNvPr>
            <p:cNvSpPr/>
            <p:nvPr/>
          </p:nvSpPr>
          <p:spPr>
            <a:xfrm>
              <a:off x="-608087" y="3120213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55;p66">
              <a:extLst>
                <a:ext uri="{FF2B5EF4-FFF2-40B4-BE49-F238E27FC236}">
                  <a16:creationId xmlns:a16="http://schemas.microsoft.com/office/drawing/2014/main" id="{3922CB2D-9205-C957-95FF-E9AFF7587ACF}"/>
                </a:ext>
              </a:extLst>
            </p:cNvPr>
            <p:cNvSpPr/>
            <p:nvPr/>
          </p:nvSpPr>
          <p:spPr>
            <a:xfrm>
              <a:off x="-776031" y="3242906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56;p66">
              <a:extLst>
                <a:ext uri="{FF2B5EF4-FFF2-40B4-BE49-F238E27FC236}">
                  <a16:creationId xmlns:a16="http://schemas.microsoft.com/office/drawing/2014/main" id="{8645CC73-9449-73A5-367F-8DBD755569A3}"/>
                </a:ext>
              </a:extLst>
            </p:cNvPr>
            <p:cNvSpPr/>
            <p:nvPr/>
          </p:nvSpPr>
          <p:spPr>
            <a:xfrm>
              <a:off x="-943975" y="3365600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3151;p66">
            <a:extLst>
              <a:ext uri="{FF2B5EF4-FFF2-40B4-BE49-F238E27FC236}">
                <a16:creationId xmlns:a16="http://schemas.microsoft.com/office/drawing/2014/main" id="{905F7733-462E-DC09-3F8E-B430DFC02BFB}"/>
              </a:ext>
            </a:extLst>
          </p:cNvPr>
          <p:cNvGrpSpPr/>
          <p:nvPr/>
        </p:nvGrpSpPr>
        <p:grpSpPr>
          <a:xfrm rot="10271984" flipH="1">
            <a:off x="-1887838" y="3119411"/>
            <a:ext cx="2806875" cy="2625875"/>
            <a:chOff x="-943975" y="2874825"/>
            <a:chExt cx="2806875" cy="2625875"/>
          </a:xfrm>
        </p:grpSpPr>
        <p:sp>
          <p:nvSpPr>
            <p:cNvPr id="16" name="Google Shape;3152;p66">
              <a:extLst>
                <a:ext uri="{FF2B5EF4-FFF2-40B4-BE49-F238E27FC236}">
                  <a16:creationId xmlns:a16="http://schemas.microsoft.com/office/drawing/2014/main" id="{9152DC4F-B43F-3E0C-58E5-06C2EDDECFDE}"/>
                </a:ext>
              </a:extLst>
            </p:cNvPr>
            <p:cNvSpPr/>
            <p:nvPr/>
          </p:nvSpPr>
          <p:spPr>
            <a:xfrm>
              <a:off x="-272200" y="2874825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53;p66">
              <a:extLst>
                <a:ext uri="{FF2B5EF4-FFF2-40B4-BE49-F238E27FC236}">
                  <a16:creationId xmlns:a16="http://schemas.microsoft.com/office/drawing/2014/main" id="{683CF0E6-2D68-776A-5E89-7E0A47B81A56}"/>
                </a:ext>
              </a:extLst>
            </p:cNvPr>
            <p:cNvSpPr/>
            <p:nvPr/>
          </p:nvSpPr>
          <p:spPr>
            <a:xfrm>
              <a:off x="-440144" y="2997519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54;p66">
              <a:extLst>
                <a:ext uri="{FF2B5EF4-FFF2-40B4-BE49-F238E27FC236}">
                  <a16:creationId xmlns:a16="http://schemas.microsoft.com/office/drawing/2014/main" id="{157A6771-C44A-0FBC-A1D1-C29999BA3F4C}"/>
                </a:ext>
              </a:extLst>
            </p:cNvPr>
            <p:cNvSpPr/>
            <p:nvPr/>
          </p:nvSpPr>
          <p:spPr>
            <a:xfrm>
              <a:off x="-608087" y="3120213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55;p66">
              <a:extLst>
                <a:ext uri="{FF2B5EF4-FFF2-40B4-BE49-F238E27FC236}">
                  <a16:creationId xmlns:a16="http://schemas.microsoft.com/office/drawing/2014/main" id="{B359E3FF-6020-D6A3-7D5C-A273BFB707A7}"/>
                </a:ext>
              </a:extLst>
            </p:cNvPr>
            <p:cNvSpPr/>
            <p:nvPr/>
          </p:nvSpPr>
          <p:spPr>
            <a:xfrm>
              <a:off x="-776031" y="3242906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56;p66">
              <a:extLst>
                <a:ext uri="{FF2B5EF4-FFF2-40B4-BE49-F238E27FC236}">
                  <a16:creationId xmlns:a16="http://schemas.microsoft.com/office/drawing/2014/main" id="{2D92BA12-65D7-5E93-D58B-4904EF08B970}"/>
                </a:ext>
              </a:extLst>
            </p:cNvPr>
            <p:cNvSpPr/>
            <p:nvPr/>
          </p:nvSpPr>
          <p:spPr>
            <a:xfrm>
              <a:off x="-943975" y="3365600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/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OCR A Extended" panose="02010509020102010303" pitchFamily="50" charset="0"/>
              </a:rPr>
              <a:t>01</a:t>
            </a:r>
            <a:endParaRPr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sp>
        <p:nvSpPr>
          <p:cNvPr id="1485" name="Google Shape;1485;p38"/>
          <p:cNvSpPr txBox="1">
            <a:spLocks noGrp="1"/>
          </p:cNvSpPr>
          <p:nvPr>
            <p:ph type="subTitle" idx="1"/>
          </p:nvPr>
        </p:nvSpPr>
        <p:spPr>
          <a:xfrm>
            <a:off x="717889" y="3174233"/>
            <a:ext cx="4807621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2060"/>
                </a:solidFill>
                <a:latin typeface="OCR A Extended" panose="02010509020102010303" pitchFamily="50" charset="0"/>
              </a:rPr>
              <a:t>Everything you need to know about us.</a:t>
            </a:r>
            <a:endParaRPr sz="1600"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grpSp>
        <p:nvGrpSpPr>
          <p:cNvPr id="1486" name="Google Shape;1486;p38"/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rgbClr val="002060"/>
                </a:solidFill>
                <a:latin typeface="OCR A Extended" panose="02010509020102010303" pitchFamily="50" charset="0"/>
              </a:rPr>
              <a:t>Our Team</a:t>
            </a:r>
            <a:endParaRPr sz="6000"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grpSp>
        <p:nvGrpSpPr>
          <p:cNvPr id="1493" name="Google Shape;1493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/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  <p:cxnSp>
          <p:nvCxnSpPr>
            <p:cNvPr id="1525" name="Google Shape;1525;p38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</p:grpSp>
      <p:grpSp>
        <p:nvGrpSpPr>
          <p:cNvPr id="2" name="Google Shape;3141;p66">
            <a:extLst>
              <a:ext uri="{FF2B5EF4-FFF2-40B4-BE49-F238E27FC236}">
                <a16:creationId xmlns:a16="http://schemas.microsoft.com/office/drawing/2014/main" id="{64FDE0BF-44BA-4069-87B1-7AEBC51BA691}"/>
              </a:ext>
            </a:extLst>
          </p:cNvPr>
          <p:cNvGrpSpPr/>
          <p:nvPr/>
        </p:nvGrpSpPr>
        <p:grpSpPr>
          <a:xfrm>
            <a:off x="-96021" y="4082275"/>
            <a:ext cx="1892093" cy="1948807"/>
            <a:chOff x="229175" y="1404950"/>
            <a:chExt cx="1576350" cy="1623600"/>
          </a:xfrm>
        </p:grpSpPr>
        <p:sp>
          <p:nvSpPr>
            <p:cNvPr id="3" name="Google Shape;3142;p66">
              <a:extLst>
                <a:ext uri="{FF2B5EF4-FFF2-40B4-BE49-F238E27FC236}">
                  <a16:creationId xmlns:a16="http://schemas.microsoft.com/office/drawing/2014/main" id="{1A7D7840-C6E8-4293-444D-BBD863DBD43D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43;p66">
              <a:extLst>
                <a:ext uri="{FF2B5EF4-FFF2-40B4-BE49-F238E27FC236}">
                  <a16:creationId xmlns:a16="http://schemas.microsoft.com/office/drawing/2014/main" id="{7D49D8EA-127F-19DF-4B5B-D9D1773C3D9F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44;p66">
              <a:extLst>
                <a:ext uri="{FF2B5EF4-FFF2-40B4-BE49-F238E27FC236}">
                  <a16:creationId xmlns:a16="http://schemas.microsoft.com/office/drawing/2014/main" id="{C6890560-D2E3-8DB8-36AE-A94764B06C78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45;p66">
              <a:extLst>
                <a:ext uri="{FF2B5EF4-FFF2-40B4-BE49-F238E27FC236}">
                  <a16:creationId xmlns:a16="http://schemas.microsoft.com/office/drawing/2014/main" id="{4571C41B-6CDA-0875-C023-C931351619B2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43"/>
          <p:cNvSpPr txBox="1">
            <a:spLocks noGrp="1"/>
          </p:cNvSpPr>
          <p:nvPr>
            <p:ph type="subTitle" idx="2"/>
          </p:nvPr>
        </p:nvSpPr>
        <p:spPr>
          <a:xfrm>
            <a:off x="7142151" y="1796480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OCR A Extended" panose="02010509020102010303" pitchFamily="50" charset="0"/>
              </a:rPr>
              <a:t>Back-end Dev.</a:t>
            </a:r>
            <a:endParaRPr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sp>
        <p:nvSpPr>
          <p:cNvPr id="1734" name="Google Shape;1734;p43"/>
          <p:cNvSpPr txBox="1">
            <a:spLocks noGrp="1"/>
          </p:cNvSpPr>
          <p:nvPr>
            <p:ph type="subTitle" idx="8"/>
          </p:nvPr>
        </p:nvSpPr>
        <p:spPr>
          <a:xfrm>
            <a:off x="6867922" y="3305384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OCR A Extended" panose="02010509020102010303" pitchFamily="50" charset="0"/>
              </a:rPr>
              <a:t>Martin Yanev – 10B</a:t>
            </a:r>
            <a:endParaRPr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sp>
        <p:nvSpPr>
          <p:cNvPr id="1735" name="Google Shape;1735;p43"/>
          <p:cNvSpPr txBox="1">
            <a:spLocks noGrp="1"/>
          </p:cNvSpPr>
          <p:nvPr>
            <p:ph type="title"/>
          </p:nvPr>
        </p:nvSpPr>
        <p:spPr>
          <a:xfrm>
            <a:off x="2754363" y="3233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002060"/>
                </a:solidFill>
              </a:rPr>
              <a:t>Team PathX</a:t>
            </a:r>
            <a:endParaRPr sz="3600" dirty="0">
              <a:solidFill>
                <a:srgbClr val="002060"/>
              </a:solidFill>
            </a:endParaRPr>
          </a:p>
        </p:txBody>
      </p:sp>
      <p:sp>
        <p:nvSpPr>
          <p:cNvPr id="1736" name="Google Shape;1736;p43"/>
          <p:cNvSpPr txBox="1">
            <a:spLocks noGrp="1"/>
          </p:cNvSpPr>
          <p:nvPr>
            <p:ph type="subTitle" idx="5"/>
          </p:nvPr>
        </p:nvSpPr>
        <p:spPr>
          <a:xfrm>
            <a:off x="59921" y="1723580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2060"/>
                </a:solidFill>
                <a:latin typeface="OCR A Extended" panose="02010509020102010303" pitchFamily="50" charset="0"/>
              </a:rPr>
              <a:t>Konstantin </a:t>
            </a:r>
            <a:r>
              <a:rPr lang="en-US" dirty="0" err="1">
                <a:solidFill>
                  <a:srgbClr val="002060"/>
                </a:solidFill>
                <a:latin typeface="OCR A Extended" panose="02010509020102010303" pitchFamily="50" charset="0"/>
              </a:rPr>
              <a:t>Turmanov</a:t>
            </a:r>
            <a:r>
              <a:rPr lang="en-US" dirty="0">
                <a:solidFill>
                  <a:srgbClr val="002060"/>
                </a:solidFill>
                <a:latin typeface="OCR A Extended" panose="02010509020102010303" pitchFamily="50" charset="0"/>
              </a:rPr>
              <a:t> – 10A</a:t>
            </a:r>
            <a:endParaRPr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sp>
        <p:nvSpPr>
          <p:cNvPr id="1737" name="Google Shape;1737;p43"/>
          <p:cNvSpPr txBox="1">
            <a:spLocks noGrp="1"/>
          </p:cNvSpPr>
          <p:nvPr>
            <p:ph type="subTitle" idx="6"/>
          </p:nvPr>
        </p:nvSpPr>
        <p:spPr>
          <a:xfrm>
            <a:off x="7142151" y="1443554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OCR A Extended" panose="02010509020102010303" pitchFamily="50" charset="0"/>
              </a:rPr>
              <a:t>Pavel Parvanov – 10V</a:t>
            </a:r>
            <a:endParaRPr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sp>
        <p:nvSpPr>
          <p:cNvPr id="1738" name="Google Shape;1738;p43"/>
          <p:cNvSpPr txBox="1">
            <a:spLocks noGrp="1"/>
          </p:cNvSpPr>
          <p:nvPr>
            <p:ph type="subTitle" idx="3"/>
          </p:nvPr>
        </p:nvSpPr>
        <p:spPr>
          <a:xfrm>
            <a:off x="356192" y="3773939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OCR A Extended" panose="02010509020102010303" pitchFamily="50" charset="0"/>
              </a:rPr>
              <a:t>Front-end Dev.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sp>
        <p:nvSpPr>
          <p:cNvPr id="1739" name="Google Shape;1739;p43"/>
          <p:cNvSpPr txBox="1">
            <a:spLocks noGrp="1"/>
          </p:cNvSpPr>
          <p:nvPr>
            <p:ph type="subTitle" idx="4"/>
          </p:nvPr>
        </p:nvSpPr>
        <p:spPr>
          <a:xfrm>
            <a:off x="7481691" y="3626940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OCR A Extended" panose="02010509020102010303" pitchFamily="50" charset="0"/>
              </a:rPr>
              <a:t>QA</a:t>
            </a:r>
            <a:endParaRPr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sp>
        <p:nvSpPr>
          <p:cNvPr id="1740" name="Google Shape;1740;p43"/>
          <p:cNvSpPr txBox="1">
            <a:spLocks noGrp="1"/>
          </p:cNvSpPr>
          <p:nvPr>
            <p:ph type="subTitle" idx="7"/>
          </p:nvPr>
        </p:nvSpPr>
        <p:spPr>
          <a:xfrm>
            <a:off x="428929" y="3385634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OCR A Extended" panose="02010509020102010303" pitchFamily="50" charset="0"/>
              </a:rPr>
              <a:t>Lyubomir Kumanov – 10G</a:t>
            </a:r>
          </a:p>
        </p:txBody>
      </p:sp>
      <p:sp>
        <p:nvSpPr>
          <p:cNvPr id="1741" name="Google Shape;1741;p43"/>
          <p:cNvSpPr txBox="1">
            <a:spLocks noGrp="1"/>
          </p:cNvSpPr>
          <p:nvPr>
            <p:ph type="subTitle" idx="1"/>
          </p:nvPr>
        </p:nvSpPr>
        <p:spPr>
          <a:xfrm>
            <a:off x="59921" y="1906350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OCR A Extended" panose="02010509020102010303" pitchFamily="50" charset="0"/>
              </a:rPr>
              <a:t>Scrum-trainer</a:t>
            </a:r>
            <a:endParaRPr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grpSp>
        <p:nvGrpSpPr>
          <p:cNvPr id="14" name="Google Shape;3141;p66">
            <a:extLst>
              <a:ext uri="{FF2B5EF4-FFF2-40B4-BE49-F238E27FC236}">
                <a16:creationId xmlns:a16="http://schemas.microsoft.com/office/drawing/2014/main" id="{3ED25BD2-EA08-BE28-7CA0-3BDB39ED82AE}"/>
              </a:ext>
            </a:extLst>
          </p:cNvPr>
          <p:cNvGrpSpPr/>
          <p:nvPr/>
        </p:nvGrpSpPr>
        <p:grpSpPr>
          <a:xfrm>
            <a:off x="7877197" y="-432246"/>
            <a:ext cx="1892093" cy="1948807"/>
            <a:chOff x="229175" y="1404950"/>
            <a:chExt cx="1576350" cy="1623600"/>
          </a:xfrm>
        </p:grpSpPr>
        <p:sp>
          <p:nvSpPr>
            <p:cNvPr id="15" name="Google Shape;3142;p66">
              <a:extLst>
                <a:ext uri="{FF2B5EF4-FFF2-40B4-BE49-F238E27FC236}">
                  <a16:creationId xmlns:a16="http://schemas.microsoft.com/office/drawing/2014/main" id="{B9B5AEA7-6584-491B-56C5-46159149ACB4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43;p66">
              <a:extLst>
                <a:ext uri="{FF2B5EF4-FFF2-40B4-BE49-F238E27FC236}">
                  <a16:creationId xmlns:a16="http://schemas.microsoft.com/office/drawing/2014/main" id="{A1B87496-A0B0-623F-825B-CFC0590DF188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44;p66">
              <a:extLst>
                <a:ext uri="{FF2B5EF4-FFF2-40B4-BE49-F238E27FC236}">
                  <a16:creationId xmlns:a16="http://schemas.microsoft.com/office/drawing/2014/main" id="{0BB25A9B-B6AA-1EBC-A52A-088BC399D4C5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45;p66">
              <a:extLst>
                <a:ext uri="{FF2B5EF4-FFF2-40B4-BE49-F238E27FC236}">
                  <a16:creationId xmlns:a16="http://schemas.microsoft.com/office/drawing/2014/main" id="{61339F34-7BBC-C7BE-D9D0-CB9A20931584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3141;p66">
            <a:extLst>
              <a:ext uri="{FF2B5EF4-FFF2-40B4-BE49-F238E27FC236}">
                <a16:creationId xmlns:a16="http://schemas.microsoft.com/office/drawing/2014/main" id="{74A0A7F9-93EB-8716-F08C-5E2368D04C77}"/>
              </a:ext>
            </a:extLst>
          </p:cNvPr>
          <p:cNvGrpSpPr/>
          <p:nvPr/>
        </p:nvGrpSpPr>
        <p:grpSpPr>
          <a:xfrm rot="5400000">
            <a:off x="-887604" y="-509213"/>
            <a:ext cx="1892093" cy="1948807"/>
            <a:chOff x="229175" y="1404950"/>
            <a:chExt cx="1576350" cy="1623600"/>
          </a:xfrm>
        </p:grpSpPr>
        <p:sp>
          <p:nvSpPr>
            <p:cNvPr id="20" name="Google Shape;3142;p66">
              <a:extLst>
                <a:ext uri="{FF2B5EF4-FFF2-40B4-BE49-F238E27FC236}">
                  <a16:creationId xmlns:a16="http://schemas.microsoft.com/office/drawing/2014/main" id="{48A5194E-79AE-F3AA-5AA6-5AA75F91C6D4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43;p66">
              <a:extLst>
                <a:ext uri="{FF2B5EF4-FFF2-40B4-BE49-F238E27FC236}">
                  <a16:creationId xmlns:a16="http://schemas.microsoft.com/office/drawing/2014/main" id="{9479ECD5-C541-7C86-C08C-4FD0EC6F84C3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44;p66">
              <a:extLst>
                <a:ext uri="{FF2B5EF4-FFF2-40B4-BE49-F238E27FC236}">
                  <a16:creationId xmlns:a16="http://schemas.microsoft.com/office/drawing/2014/main" id="{B0EECDBD-37AF-A996-E67E-301F0EA3CB07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45;p66">
              <a:extLst>
                <a:ext uri="{FF2B5EF4-FFF2-40B4-BE49-F238E27FC236}">
                  <a16:creationId xmlns:a16="http://schemas.microsoft.com/office/drawing/2014/main" id="{2472FCFB-52E6-DD28-0496-8A9390F40993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 descr="View PPParvanov23's full-sized avatar">
            <a:extLst>
              <a:ext uri="{FF2B5EF4-FFF2-40B4-BE49-F238E27FC236}">
                <a16:creationId xmlns:a16="http://schemas.microsoft.com/office/drawing/2014/main" id="{B80B4F60-2118-4445-4637-8AE144380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746" y="933460"/>
            <a:ext cx="1226731" cy="122673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iew KSTurmanov's full-sized avatar">
            <a:extLst>
              <a:ext uri="{FF2B5EF4-FFF2-40B4-BE49-F238E27FC236}">
                <a16:creationId xmlns:a16="http://schemas.microsoft.com/office/drawing/2014/main" id="{22274F52-C1B9-3646-8BC3-0365A779C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153" y="933460"/>
            <a:ext cx="1195720" cy="119572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View MSYanev23's full-sized avatar">
            <a:extLst>
              <a:ext uri="{FF2B5EF4-FFF2-40B4-BE49-F238E27FC236}">
                <a16:creationId xmlns:a16="http://schemas.microsoft.com/office/drawing/2014/main" id="{5A905CBB-2584-94CA-CDF5-755FB1069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810" y="2632828"/>
            <a:ext cx="1290527" cy="129052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5F5C174E-9658-5B2A-B028-6ED15CD8B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419" y="2628347"/>
            <a:ext cx="1195721" cy="119572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FD093D04-5C36-B80A-4226-8A7AE6735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>
            <a:extLst>
              <a:ext uri="{FF2B5EF4-FFF2-40B4-BE49-F238E27FC236}">
                <a16:creationId xmlns:a16="http://schemas.microsoft.com/office/drawing/2014/main" id="{D7DE183D-8849-8D09-06A7-A96F2978E4F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OCR A Extended" panose="02010509020102010303" pitchFamily="50" charset="0"/>
              </a:rPr>
              <a:t>02</a:t>
            </a:r>
            <a:endParaRPr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sp>
        <p:nvSpPr>
          <p:cNvPr id="1485" name="Google Shape;1485;p38">
            <a:extLst>
              <a:ext uri="{FF2B5EF4-FFF2-40B4-BE49-F238E27FC236}">
                <a16:creationId xmlns:a16="http://schemas.microsoft.com/office/drawing/2014/main" id="{99E0F6C8-374A-59B5-4B5B-DABBD8FF079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7889" y="3174233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2060"/>
                </a:solidFill>
                <a:latin typeface="OCR A Extended" panose="02010509020102010303" pitchFamily="50" charset="0"/>
              </a:rPr>
              <a:t>How we came up with the idea</a:t>
            </a:r>
            <a:endParaRPr sz="1600"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grpSp>
        <p:nvGrpSpPr>
          <p:cNvPr id="1486" name="Google Shape;1486;p38">
            <a:extLst>
              <a:ext uri="{FF2B5EF4-FFF2-40B4-BE49-F238E27FC236}">
                <a16:creationId xmlns:a16="http://schemas.microsoft.com/office/drawing/2014/main" id="{A00A6BA7-4763-4156-8148-7211BF7D9126}"/>
              </a:ext>
            </a:extLst>
          </p:cNvPr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>
              <a:extLst>
                <a:ext uri="{FF2B5EF4-FFF2-40B4-BE49-F238E27FC236}">
                  <a16:creationId xmlns:a16="http://schemas.microsoft.com/office/drawing/2014/main" id="{C782CFD9-8CD3-F5AC-DD3C-D0956EEA429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>
              <a:extLst>
                <a:ext uri="{FF2B5EF4-FFF2-40B4-BE49-F238E27FC236}">
                  <a16:creationId xmlns:a16="http://schemas.microsoft.com/office/drawing/2014/main" id="{D45318CB-7BFE-18D9-7BB4-8DC0CCE3D352}"/>
                </a:ext>
              </a:extLst>
            </p:cNvPr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>
                <a:extLst>
                  <a:ext uri="{FF2B5EF4-FFF2-40B4-BE49-F238E27FC236}">
                    <a16:creationId xmlns:a16="http://schemas.microsoft.com/office/drawing/2014/main" id="{0A281E42-E14C-83E1-C1FB-287732FE64FC}"/>
                  </a:ext>
                </a:extLst>
              </p:cNvPr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>
                <a:extLst>
                  <a:ext uri="{FF2B5EF4-FFF2-40B4-BE49-F238E27FC236}">
                    <a16:creationId xmlns:a16="http://schemas.microsoft.com/office/drawing/2014/main" id="{E3C80803-F064-0C00-88CD-B83D5C993B65}"/>
                  </a:ext>
                </a:extLst>
              </p:cNvPr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>
                <a:extLst>
                  <a:ext uri="{FF2B5EF4-FFF2-40B4-BE49-F238E27FC236}">
                    <a16:creationId xmlns:a16="http://schemas.microsoft.com/office/drawing/2014/main" id="{6DFA4124-4407-4968-6106-7B75831F8DBA}"/>
                  </a:ext>
                </a:extLst>
              </p:cNvPr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1C859765-2E67-11DD-9668-F126B6E604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36074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002060"/>
                </a:solidFill>
                <a:latin typeface="OCR A Extended" panose="02010509020102010303" pitchFamily="50" charset="0"/>
              </a:rPr>
              <a:t>Stages of realization</a:t>
            </a:r>
            <a:endParaRPr sz="4000"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grpSp>
        <p:nvGrpSpPr>
          <p:cNvPr id="1493" name="Google Shape;1493;p38">
            <a:extLst>
              <a:ext uri="{FF2B5EF4-FFF2-40B4-BE49-F238E27FC236}">
                <a16:creationId xmlns:a16="http://schemas.microsoft.com/office/drawing/2014/main" id="{3641BBD7-902A-1213-96D0-62448472B5E1}"/>
              </a:ext>
            </a:extLst>
          </p:cNvPr>
          <p:cNvGrpSpPr/>
          <p:nvPr/>
        </p:nvGrpSpPr>
        <p:grpSpPr>
          <a:xfrm>
            <a:off x="6472540" y="-1313690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>
              <a:extLst>
                <a:ext uri="{FF2B5EF4-FFF2-40B4-BE49-F238E27FC236}">
                  <a16:creationId xmlns:a16="http://schemas.microsoft.com/office/drawing/2014/main" id="{7ADCAECC-2C2E-21F6-6D16-3D5DCC88B0E6}"/>
                </a:ext>
              </a:extLst>
            </p:cNvPr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>
              <a:extLst>
                <a:ext uri="{FF2B5EF4-FFF2-40B4-BE49-F238E27FC236}">
                  <a16:creationId xmlns:a16="http://schemas.microsoft.com/office/drawing/2014/main" id="{2CD72A10-25F4-9200-F982-10870553AE93}"/>
                </a:ext>
              </a:extLst>
            </p:cNvPr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>
              <a:extLst>
                <a:ext uri="{FF2B5EF4-FFF2-40B4-BE49-F238E27FC236}">
                  <a16:creationId xmlns:a16="http://schemas.microsoft.com/office/drawing/2014/main" id="{F1674A05-1C61-3729-7881-D617D4911BEA}"/>
                </a:ext>
              </a:extLst>
            </p:cNvPr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>
              <a:extLst>
                <a:ext uri="{FF2B5EF4-FFF2-40B4-BE49-F238E27FC236}">
                  <a16:creationId xmlns:a16="http://schemas.microsoft.com/office/drawing/2014/main" id="{1EE79204-4C72-7CAE-FD2F-F2CF43AFD12C}"/>
                </a:ext>
              </a:extLst>
            </p:cNvPr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>
              <a:extLst>
                <a:ext uri="{FF2B5EF4-FFF2-40B4-BE49-F238E27FC236}">
                  <a16:creationId xmlns:a16="http://schemas.microsoft.com/office/drawing/2014/main" id="{EDBE379C-02A8-D49F-5F71-A35C4D95458F}"/>
                </a:ext>
              </a:extLst>
            </p:cNvPr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>
              <a:extLst>
                <a:ext uri="{FF2B5EF4-FFF2-40B4-BE49-F238E27FC236}">
                  <a16:creationId xmlns:a16="http://schemas.microsoft.com/office/drawing/2014/main" id="{0030AC9C-25CF-9442-9412-6BA693F69E0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>
              <a:extLst>
                <a:ext uri="{FF2B5EF4-FFF2-40B4-BE49-F238E27FC236}">
                  <a16:creationId xmlns:a16="http://schemas.microsoft.com/office/drawing/2014/main" id="{24BDA699-9EF1-28C0-765C-C16C11542723}"/>
                </a:ext>
              </a:extLst>
            </p:cNvPr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>
                <a:extLst>
                  <a:ext uri="{FF2B5EF4-FFF2-40B4-BE49-F238E27FC236}">
                    <a16:creationId xmlns:a16="http://schemas.microsoft.com/office/drawing/2014/main" id="{8BAC2C32-DBFB-6C35-F6D5-A09F6CD4FF44}"/>
                  </a:ext>
                </a:extLst>
              </p:cNvPr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>
                <a:extLst>
                  <a:ext uri="{FF2B5EF4-FFF2-40B4-BE49-F238E27FC236}">
                    <a16:creationId xmlns:a16="http://schemas.microsoft.com/office/drawing/2014/main" id="{B0CBC78F-BF6B-4A6E-50E3-53FD78CB48BA}"/>
                  </a:ext>
                </a:extLst>
              </p:cNvPr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>
                <a:extLst>
                  <a:ext uri="{FF2B5EF4-FFF2-40B4-BE49-F238E27FC236}">
                    <a16:creationId xmlns:a16="http://schemas.microsoft.com/office/drawing/2014/main" id="{54050E6F-B1FA-BD90-A364-6FE74CE69F70}"/>
                  </a:ext>
                </a:extLst>
              </p:cNvPr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>
                <a:extLst>
                  <a:ext uri="{FF2B5EF4-FFF2-40B4-BE49-F238E27FC236}">
                    <a16:creationId xmlns:a16="http://schemas.microsoft.com/office/drawing/2014/main" id="{41161D3E-CCE2-FE72-3069-0E5132137825}"/>
                  </a:ext>
                </a:extLst>
              </p:cNvPr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>
                <a:extLst>
                  <a:ext uri="{FF2B5EF4-FFF2-40B4-BE49-F238E27FC236}">
                    <a16:creationId xmlns:a16="http://schemas.microsoft.com/office/drawing/2014/main" id="{5E2BC03D-A12A-628B-3700-7531BC12850A}"/>
                  </a:ext>
                </a:extLst>
              </p:cNvPr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>
                <a:extLst>
                  <a:ext uri="{FF2B5EF4-FFF2-40B4-BE49-F238E27FC236}">
                    <a16:creationId xmlns:a16="http://schemas.microsoft.com/office/drawing/2014/main" id="{E618AF0A-5315-5926-D00E-91EF90707723}"/>
                  </a:ext>
                </a:extLst>
              </p:cNvPr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>
                <a:extLst>
                  <a:ext uri="{FF2B5EF4-FFF2-40B4-BE49-F238E27FC236}">
                    <a16:creationId xmlns:a16="http://schemas.microsoft.com/office/drawing/2014/main" id="{001043C3-F41D-0077-E324-239466210335}"/>
                  </a:ext>
                </a:extLst>
              </p:cNvPr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>
              <a:extLst>
                <a:ext uri="{FF2B5EF4-FFF2-40B4-BE49-F238E27FC236}">
                  <a16:creationId xmlns:a16="http://schemas.microsoft.com/office/drawing/2014/main" id="{CAC05C25-4342-24DE-D886-4A520320DC78}"/>
                </a:ext>
              </a:extLst>
            </p:cNvPr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>
                <a:extLst>
                  <a:ext uri="{FF2B5EF4-FFF2-40B4-BE49-F238E27FC236}">
                    <a16:creationId xmlns:a16="http://schemas.microsoft.com/office/drawing/2014/main" id="{5A527A0E-A9C3-C34A-9D4F-AD441054F060}"/>
                  </a:ext>
                </a:extLst>
              </p:cNvPr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>
                <a:extLst>
                  <a:ext uri="{FF2B5EF4-FFF2-40B4-BE49-F238E27FC236}">
                    <a16:creationId xmlns:a16="http://schemas.microsoft.com/office/drawing/2014/main" id="{39ED2099-4E10-87F2-1F86-B2D870C5A0EA}"/>
                  </a:ext>
                </a:extLst>
              </p:cNvPr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>
                <a:extLst>
                  <a:ext uri="{FF2B5EF4-FFF2-40B4-BE49-F238E27FC236}">
                    <a16:creationId xmlns:a16="http://schemas.microsoft.com/office/drawing/2014/main" id="{51AED7AC-7D88-6ACD-8BC7-7ADEF8FEF126}"/>
                  </a:ext>
                </a:extLst>
              </p:cNvPr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>
                <a:extLst>
                  <a:ext uri="{FF2B5EF4-FFF2-40B4-BE49-F238E27FC236}">
                    <a16:creationId xmlns:a16="http://schemas.microsoft.com/office/drawing/2014/main" id="{C9A33201-AE29-38F1-F56F-349A285D4160}"/>
                  </a:ext>
                </a:extLst>
              </p:cNvPr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>
                <a:extLst>
                  <a:ext uri="{FF2B5EF4-FFF2-40B4-BE49-F238E27FC236}">
                    <a16:creationId xmlns:a16="http://schemas.microsoft.com/office/drawing/2014/main" id="{250F38ED-2461-0D65-98DA-253C454A7EC7}"/>
                  </a:ext>
                </a:extLst>
              </p:cNvPr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>
                <a:extLst>
                  <a:ext uri="{FF2B5EF4-FFF2-40B4-BE49-F238E27FC236}">
                    <a16:creationId xmlns:a16="http://schemas.microsoft.com/office/drawing/2014/main" id="{F9C5E4C7-3EDA-BE5A-4A85-9DE5DD0426C7}"/>
                  </a:ext>
                </a:extLst>
              </p:cNvPr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>
                <a:extLst>
                  <a:ext uri="{FF2B5EF4-FFF2-40B4-BE49-F238E27FC236}">
                    <a16:creationId xmlns:a16="http://schemas.microsoft.com/office/drawing/2014/main" id="{2B4E4C7A-2681-2F4A-6DCE-592A494F74FD}"/>
                  </a:ext>
                </a:extLst>
              </p:cNvPr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>
              <a:extLst>
                <a:ext uri="{FF2B5EF4-FFF2-40B4-BE49-F238E27FC236}">
                  <a16:creationId xmlns:a16="http://schemas.microsoft.com/office/drawing/2014/main" id="{BA7F6625-D3B5-26E1-75E2-93B9F97B676A}"/>
                </a:ext>
              </a:extLst>
            </p:cNvPr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>
                <a:extLst>
                  <a:ext uri="{FF2B5EF4-FFF2-40B4-BE49-F238E27FC236}">
                    <a16:creationId xmlns:a16="http://schemas.microsoft.com/office/drawing/2014/main" id="{27140713-1A89-CBF7-6C45-7F8CB23BCAAF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>
                <a:extLst>
                  <a:ext uri="{FF2B5EF4-FFF2-40B4-BE49-F238E27FC236}">
                    <a16:creationId xmlns:a16="http://schemas.microsoft.com/office/drawing/2014/main" id="{86C7114C-6067-0FFD-4FF8-9D2579055CE8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>
              <a:extLst>
                <a:ext uri="{FF2B5EF4-FFF2-40B4-BE49-F238E27FC236}">
                  <a16:creationId xmlns:a16="http://schemas.microsoft.com/office/drawing/2014/main" id="{5D75B258-0C2A-E033-1377-7B35384CCB0B}"/>
                </a:ext>
              </a:extLst>
            </p:cNvPr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>
                <a:extLst>
                  <a:ext uri="{FF2B5EF4-FFF2-40B4-BE49-F238E27FC236}">
                    <a16:creationId xmlns:a16="http://schemas.microsoft.com/office/drawing/2014/main" id="{45636F99-A06A-4CBE-2C7F-C3755A99F6A3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>
                <a:extLst>
                  <a:ext uri="{FF2B5EF4-FFF2-40B4-BE49-F238E27FC236}">
                    <a16:creationId xmlns:a16="http://schemas.microsoft.com/office/drawing/2014/main" id="{21B4813A-A7E6-43EE-8053-852C22413586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>
              <a:extLst>
                <a:ext uri="{FF2B5EF4-FFF2-40B4-BE49-F238E27FC236}">
                  <a16:creationId xmlns:a16="http://schemas.microsoft.com/office/drawing/2014/main" id="{E0726678-F675-BF75-95BA-D9F474727C15}"/>
                </a:ext>
              </a:extLst>
            </p:cNvPr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>
            <a:extLst>
              <a:ext uri="{FF2B5EF4-FFF2-40B4-BE49-F238E27FC236}">
                <a16:creationId xmlns:a16="http://schemas.microsoft.com/office/drawing/2014/main" id="{746BFDD1-25D0-A33A-41AB-438BD4E10BF7}"/>
              </a:ext>
            </a:extLst>
          </p:cNvPr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>
              <a:extLst>
                <a:ext uri="{FF2B5EF4-FFF2-40B4-BE49-F238E27FC236}">
                  <a16:creationId xmlns:a16="http://schemas.microsoft.com/office/drawing/2014/main" id="{3AD7A36B-3B6E-1B20-E9B0-5AB20C3DD086}"/>
                </a:ext>
              </a:extLst>
            </p:cNvPr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  <p:cxnSp>
          <p:nvCxnSpPr>
            <p:cNvPr id="1525" name="Google Shape;1525;p38">
              <a:extLst>
                <a:ext uri="{FF2B5EF4-FFF2-40B4-BE49-F238E27FC236}">
                  <a16:creationId xmlns:a16="http://schemas.microsoft.com/office/drawing/2014/main" id="{78BD19E8-A3BD-BF51-9776-E66FD77850E2}"/>
                </a:ext>
              </a:extLst>
            </p:cNvPr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>
              <a:extLst>
                <a:ext uri="{FF2B5EF4-FFF2-40B4-BE49-F238E27FC236}">
                  <a16:creationId xmlns:a16="http://schemas.microsoft.com/office/drawing/2014/main" id="{5626ACA6-CD5C-2DD5-C044-FB44A65CB671}"/>
                </a:ext>
              </a:extLst>
            </p:cNvPr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</p:grpSp>
      <p:grpSp>
        <p:nvGrpSpPr>
          <p:cNvPr id="2" name="Google Shape;3141;p66">
            <a:extLst>
              <a:ext uri="{FF2B5EF4-FFF2-40B4-BE49-F238E27FC236}">
                <a16:creationId xmlns:a16="http://schemas.microsoft.com/office/drawing/2014/main" id="{BD9F93AE-47C5-B590-DE80-9A7A5AF0D038}"/>
              </a:ext>
            </a:extLst>
          </p:cNvPr>
          <p:cNvGrpSpPr/>
          <p:nvPr/>
        </p:nvGrpSpPr>
        <p:grpSpPr>
          <a:xfrm>
            <a:off x="-96021" y="4082275"/>
            <a:ext cx="1892093" cy="1948807"/>
            <a:chOff x="229175" y="1404950"/>
            <a:chExt cx="1576350" cy="1623600"/>
          </a:xfrm>
        </p:grpSpPr>
        <p:sp>
          <p:nvSpPr>
            <p:cNvPr id="3" name="Google Shape;3142;p66">
              <a:extLst>
                <a:ext uri="{FF2B5EF4-FFF2-40B4-BE49-F238E27FC236}">
                  <a16:creationId xmlns:a16="http://schemas.microsoft.com/office/drawing/2014/main" id="{D5B1CA65-BC0C-F42D-A18D-FA744E0143F5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43;p66">
              <a:extLst>
                <a:ext uri="{FF2B5EF4-FFF2-40B4-BE49-F238E27FC236}">
                  <a16:creationId xmlns:a16="http://schemas.microsoft.com/office/drawing/2014/main" id="{0584CA54-D090-93E5-3895-2A4AFBCFAEF3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44;p66">
              <a:extLst>
                <a:ext uri="{FF2B5EF4-FFF2-40B4-BE49-F238E27FC236}">
                  <a16:creationId xmlns:a16="http://schemas.microsoft.com/office/drawing/2014/main" id="{771C79B2-791F-BE79-BCE5-5B895B883D73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45;p66">
              <a:extLst>
                <a:ext uri="{FF2B5EF4-FFF2-40B4-BE49-F238E27FC236}">
                  <a16:creationId xmlns:a16="http://schemas.microsoft.com/office/drawing/2014/main" id="{727873E2-6726-3A37-C5DD-53C93D6249EE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13756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p63"/>
          <p:cNvSpPr txBox="1">
            <a:spLocks noGrp="1"/>
          </p:cNvSpPr>
          <p:nvPr>
            <p:ph type="title"/>
          </p:nvPr>
        </p:nvSpPr>
        <p:spPr>
          <a:xfrm>
            <a:off x="31086" y="0"/>
            <a:ext cx="3440021" cy="13862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002060"/>
                </a:solidFill>
                <a:latin typeface="OCR A Extended" panose="02010509020102010303" pitchFamily="50" charset="0"/>
              </a:rPr>
              <a:t>Stages of realization</a:t>
            </a:r>
            <a:endParaRPr sz="3600"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sp>
        <p:nvSpPr>
          <p:cNvPr id="2398" name="Google Shape;2398;p63"/>
          <p:cNvSpPr txBox="1">
            <a:spLocks noGrp="1"/>
          </p:cNvSpPr>
          <p:nvPr>
            <p:ph type="subTitle" idx="1"/>
          </p:nvPr>
        </p:nvSpPr>
        <p:spPr>
          <a:xfrm>
            <a:off x="31086" y="1513842"/>
            <a:ext cx="4925010" cy="32778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2060"/>
                </a:solidFill>
                <a:latin typeface="OCR A Extended" panose="02010509020102010303" pitchFamily="50" charset="0"/>
              </a:rPr>
              <a:t>We decided to keep things simple. Want to pass the time? Give our game a try! You can customize the difficulty and level up as you play.</a:t>
            </a:r>
            <a:endParaRPr sz="2400" b="1"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grpSp>
        <p:nvGrpSpPr>
          <p:cNvPr id="4" name="Google Shape;3141;p66">
            <a:extLst>
              <a:ext uri="{FF2B5EF4-FFF2-40B4-BE49-F238E27FC236}">
                <a16:creationId xmlns:a16="http://schemas.microsoft.com/office/drawing/2014/main" id="{8348E179-FC55-2AD3-ACA3-65DD96142D3B}"/>
              </a:ext>
            </a:extLst>
          </p:cNvPr>
          <p:cNvGrpSpPr/>
          <p:nvPr/>
        </p:nvGrpSpPr>
        <p:grpSpPr>
          <a:xfrm>
            <a:off x="31086" y="4104729"/>
            <a:ext cx="1342416" cy="1629203"/>
            <a:chOff x="229175" y="1404950"/>
            <a:chExt cx="1576350" cy="1623600"/>
          </a:xfrm>
        </p:grpSpPr>
        <p:sp>
          <p:nvSpPr>
            <p:cNvPr id="5" name="Google Shape;3142;p66">
              <a:extLst>
                <a:ext uri="{FF2B5EF4-FFF2-40B4-BE49-F238E27FC236}">
                  <a16:creationId xmlns:a16="http://schemas.microsoft.com/office/drawing/2014/main" id="{09572BDE-2FAB-64AB-75BA-4D73AB3BFCB5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43;p66">
              <a:extLst>
                <a:ext uri="{FF2B5EF4-FFF2-40B4-BE49-F238E27FC236}">
                  <a16:creationId xmlns:a16="http://schemas.microsoft.com/office/drawing/2014/main" id="{B9D27F90-174F-5EF8-EE44-C15CFF5D4CA2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144;p66">
              <a:extLst>
                <a:ext uri="{FF2B5EF4-FFF2-40B4-BE49-F238E27FC236}">
                  <a16:creationId xmlns:a16="http://schemas.microsoft.com/office/drawing/2014/main" id="{B7E1146F-A553-423A-7A21-35A33DC41F06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45;p66">
              <a:extLst>
                <a:ext uri="{FF2B5EF4-FFF2-40B4-BE49-F238E27FC236}">
                  <a16:creationId xmlns:a16="http://schemas.microsoft.com/office/drawing/2014/main" id="{F0B9FA6E-AE38-5713-9DDE-1DC648C3F6BA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3141;p66">
            <a:extLst>
              <a:ext uri="{FF2B5EF4-FFF2-40B4-BE49-F238E27FC236}">
                <a16:creationId xmlns:a16="http://schemas.microsoft.com/office/drawing/2014/main" id="{24D4CF11-07E5-0D32-6742-6A1A9014F35B}"/>
              </a:ext>
            </a:extLst>
          </p:cNvPr>
          <p:cNvGrpSpPr/>
          <p:nvPr/>
        </p:nvGrpSpPr>
        <p:grpSpPr>
          <a:xfrm>
            <a:off x="8052375" y="-612705"/>
            <a:ext cx="1892093" cy="1948807"/>
            <a:chOff x="229175" y="1404950"/>
            <a:chExt cx="1576350" cy="1623600"/>
          </a:xfrm>
        </p:grpSpPr>
        <p:sp>
          <p:nvSpPr>
            <p:cNvPr id="10" name="Google Shape;3142;p66">
              <a:extLst>
                <a:ext uri="{FF2B5EF4-FFF2-40B4-BE49-F238E27FC236}">
                  <a16:creationId xmlns:a16="http://schemas.microsoft.com/office/drawing/2014/main" id="{5791EAF8-B18F-DB44-D349-06967689709A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43;p66">
              <a:extLst>
                <a:ext uri="{FF2B5EF4-FFF2-40B4-BE49-F238E27FC236}">
                  <a16:creationId xmlns:a16="http://schemas.microsoft.com/office/drawing/2014/main" id="{B19D9827-9D7F-6943-EDE4-694C4FD6D441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44;p66">
              <a:extLst>
                <a:ext uri="{FF2B5EF4-FFF2-40B4-BE49-F238E27FC236}">
                  <a16:creationId xmlns:a16="http://schemas.microsoft.com/office/drawing/2014/main" id="{944C51BA-AC9B-550B-E479-D98FAC35B3B3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45;p66">
              <a:extLst>
                <a:ext uri="{FF2B5EF4-FFF2-40B4-BE49-F238E27FC236}">
                  <a16:creationId xmlns:a16="http://schemas.microsoft.com/office/drawing/2014/main" id="{2B5F7E45-0C61-B60E-023D-959D703AFC32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C0B2C57F-B2A1-5041-972A-13F90803C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>
            <a:extLst>
              <a:ext uri="{FF2B5EF4-FFF2-40B4-BE49-F238E27FC236}">
                <a16:creationId xmlns:a16="http://schemas.microsoft.com/office/drawing/2014/main" id="{6377C6BD-3A26-1704-C334-584F3AC2364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OCR A Extended" panose="02010509020102010303" pitchFamily="50" charset="0"/>
              </a:rPr>
              <a:t>03</a:t>
            </a:r>
            <a:endParaRPr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sp>
        <p:nvSpPr>
          <p:cNvPr id="1485" name="Google Shape;1485;p38">
            <a:extLst>
              <a:ext uri="{FF2B5EF4-FFF2-40B4-BE49-F238E27FC236}">
                <a16:creationId xmlns:a16="http://schemas.microsoft.com/office/drawing/2014/main" id="{F372E5A7-61DE-895B-FAAB-AF99BE19AC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7889" y="3174233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002060"/>
                </a:solidFill>
                <a:latin typeface="OCR A Extended" panose="02010509020102010303" pitchFamily="50" charset="0"/>
              </a:rPr>
              <a:t>The tools used in the project</a:t>
            </a:r>
            <a:endParaRPr sz="1600"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grpSp>
        <p:nvGrpSpPr>
          <p:cNvPr id="1486" name="Google Shape;1486;p38">
            <a:extLst>
              <a:ext uri="{FF2B5EF4-FFF2-40B4-BE49-F238E27FC236}">
                <a16:creationId xmlns:a16="http://schemas.microsoft.com/office/drawing/2014/main" id="{2A421C7C-C5E5-0A22-FFC4-B21787C8DCA5}"/>
              </a:ext>
            </a:extLst>
          </p:cNvPr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>
              <a:extLst>
                <a:ext uri="{FF2B5EF4-FFF2-40B4-BE49-F238E27FC236}">
                  <a16:creationId xmlns:a16="http://schemas.microsoft.com/office/drawing/2014/main" id="{C765630C-AAC0-34D7-FDAF-3DAA4831972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>
              <a:extLst>
                <a:ext uri="{FF2B5EF4-FFF2-40B4-BE49-F238E27FC236}">
                  <a16:creationId xmlns:a16="http://schemas.microsoft.com/office/drawing/2014/main" id="{8D5ED3B3-AD1C-E4F4-9635-8357136D29FB}"/>
                </a:ext>
              </a:extLst>
            </p:cNvPr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>
                <a:extLst>
                  <a:ext uri="{FF2B5EF4-FFF2-40B4-BE49-F238E27FC236}">
                    <a16:creationId xmlns:a16="http://schemas.microsoft.com/office/drawing/2014/main" id="{7CB0C29F-F26A-D6F0-A0A0-777995B6F786}"/>
                  </a:ext>
                </a:extLst>
              </p:cNvPr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>
                <a:extLst>
                  <a:ext uri="{FF2B5EF4-FFF2-40B4-BE49-F238E27FC236}">
                    <a16:creationId xmlns:a16="http://schemas.microsoft.com/office/drawing/2014/main" id="{4E647185-5C7F-6F45-46AE-C243CD80DC98}"/>
                  </a:ext>
                </a:extLst>
              </p:cNvPr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>
                <a:extLst>
                  <a:ext uri="{FF2B5EF4-FFF2-40B4-BE49-F238E27FC236}">
                    <a16:creationId xmlns:a16="http://schemas.microsoft.com/office/drawing/2014/main" id="{04E3A5C8-A991-AB07-EEA9-804CFC66D4FA}"/>
                  </a:ext>
                </a:extLst>
              </p:cNvPr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55431782-F02A-E303-B938-1A2D0AB849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36074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002060"/>
                </a:solidFill>
                <a:latin typeface="OCR A Extended" panose="02010509020102010303" pitchFamily="50" charset="0"/>
              </a:rPr>
              <a:t>Used tools</a:t>
            </a:r>
            <a:endParaRPr sz="4000"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grpSp>
        <p:nvGrpSpPr>
          <p:cNvPr id="1493" name="Google Shape;1493;p38">
            <a:extLst>
              <a:ext uri="{FF2B5EF4-FFF2-40B4-BE49-F238E27FC236}">
                <a16:creationId xmlns:a16="http://schemas.microsoft.com/office/drawing/2014/main" id="{1BEFD9C4-B564-11E4-97B9-8B20EA3EE25D}"/>
              </a:ext>
            </a:extLst>
          </p:cNvPr>
          <p:cNvGrpSpPr/>
          <p:nvPr/>
        </p:nvGrpSpPr>
        <p:grpSpPr>
          <a:xfrm>
            <a:off x="6472540" y="-1313690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>
              <a:extLst>
                <a:ext uri="{FF2B5EF4-FFF2-40B4-BE49-F238E27FC236}">
                  <a16:creationId xmlns:a16="http://schemas.microsoft.com/office/drawing/2014/main" id="{48D2DFA6-12E2-0BC1-954E-A41F20AA8CFC}"/>
                </a:ext>
              </a:extLst>
            </p:cNvPr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>
              <a:extLst>
                <a:ext uri="{FF2B5EF4-FFF2-40B4-BE49-F238E27FC236}">
                  <a16:creationId xmlns:a16="http://schemas.microsoft.com/office/drawing/2014/main" id="{CBEF31C9-EE6B-D514-F09B-9AF1CEA40B3B}"/>
                </a:ext>
              </a:extLst>
            </p:cNvPr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>
              <a:extLst>
                <a:ext uri="{FF2B5EF4-FFF2-40B4-BE49-F238E27FC236}">
                  <a16:creationId xmlns:a16="http://schemas.microsoft.com/office/drawing/2014/main" id="{D0CF5F5C-F6F6-4E92-B963-FBF5B07203F4}"/>
                </a:ext>
              </a:extLst>
            </p:cNvPr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>
              <a:extLst>
                <a:ext uri="{FF2B5EF4-FFF2-40B4-BE49-F238E27FC236}">
                  <a16:creationId xmlns:a16="http://schemas.microsoft.com/office/drawing/2014/main" id="{D8889A90-EAC7-0F4D-5D61-09B6030869C3}"/>
                </a:ext>
              </a:extLst>
            </p:cNvPr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>
              <a:extLst>
                <a:ext uri="{FF2B5EF4-FFF2-40B4-BE49-F238E27FC236}">
                  <a16:creationId xmlns:a16="http://schemas.microsoft.com/office/drawing/2014/main" id="{6062B914-0934-3F1C-721F-9ACC28FCE29E}"/>
                </a:ext>
              </a:extLst>
            </p:cNvPr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>
              <a:extLst>
                <a:ext uri="{FF2B5EF4-FFF2-40B4-BE49-F238E27FC236}">
                  <a16:creationId xmlns:a16="http://schemas.microsoft.com/office/drawing/2014/main" id="{8B9505E1-062D-47EE-4C67-B2C8408D531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>
              <a:extLst>
                <a:ext uri="{FF2B5EF4-FFF2-40B4-BE49-F238E27FC236}">
                  <a16:creationId xmlns:a16="http://schemas.microsoft.com/office/drawing/2014/main" id="{91C7D1DF-F09A-BAD6-BE8B-E14CE7AA80E5}"/>
                </a:ext>
              </a:extLst>
            </p:cNvPr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>
                <a:extLst>
                  <a:ext uri="{FF2B5EF4-FFF2-40B4-BE49-F238E27FC236}">
                    <a16:creationId xmlns:a16="http://schemas.microsoft.com/office/drawing/2014/main" id="{C16B22DD-0FAE-34F1-4F63-BB515FC203D4}"/>
                  </a:ext>
                </a:extLst>
              </p:cNvPr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>
                <a:extLst>
                  <a:ext uri="{FF2B5EF4-FFF2-40B4-BE49-F238E27FC236}">
                    <a16:creationId xmlns:a16="http://schemas.microsoft.com/office/drawing/2014/main" id="{1FD138C7-77FE-EDAA-C9DF-13EF730E1DD3}"/>
                  </a:ext>
                </a:extLst>
              </p:cNvPr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>
                <a:extLst>
                  <a:ext uri="{FF2B5EF4-FFF2-40B4-BE49-F238E27FC236}">
                    <a16:creationId xmlns:a16="http://schemas.microsoft.com/office/drawing/2014/main" id="{B30058ED-8EB4-F116-6E98-9C6EB4E96FDE}"/>
                  </a:ext>
                </a:extLst>
              </p:cNvPr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>
                <a:extLst>
                  <a:ext uri="{FF2B5EF4-FFF2-40B4-BE49-F238E27FC236}">
                    <a16:creationId xmlns:a16="http://schemas.microsoft.com/office/drawing/2014/main" id="{6A8EC8BE-90EB-73E9-61FD-6F3AE66B64F9}"/>
                  </a:ext>
                </a:extLst>
              </p:cNvPr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>
                <a:extLst>
                  <a:ext uri="{FF2B5EF4-FFF2-40B4-BE49-F238E27FC236}">
                    <a16:creationId xmlns:a16="http://schemas.microsoft.com/office/drawing/2014/main" id="{EE68E660-AD2C-0EA5-914E-D243406096D5}"/>
                  </a:ext>
                </a:extLst>
              </p:cNvPr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>
                <a:extLst>
                  <a:ext uri="{FF2B5EF4-FFF2-40B4-BE49-F238E27FC236}">
                    <a16:creationId xmlns:a16="http://schemas.microsoft.com/office/drawing/2014/main" id="{070C2223-84C1-4A4E-127A-0C23758BF2A0}"/>
                  </a:ext>
                </a:extLst>
              </p:cNvPr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>
                <a:extLst>
                  <a:ext uri="{FF2B5EF4-FFF2-40B4-BE49-F238E27FC236}">
                    <a16:creationId xmlns:a16="http://schemas.microsoft.com/office/drawing/2014/main" id="{F0DC81C7-1BF1-BEDC-DCF3-DF0E44189A00}"/>
                  </a:ext>
                </a:extLst>
              </p:cNvPr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>
              <a:extLst>
                <a:ext uri="{FF2B5EF4-FFF2-40B4-BE49-F238E27FC236}">
                  <a16:creationId xmlns:a16="http://schemas.microsoft.com/office/drawing/2014/main" id="{B80F87E3-368D-6358-E8E2-5440C18DDD05}"/>
                </a:ext>
              </a:extLst>
            </p:cNvPr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>
                <a:extLst>
                  <a:ext uri="{FF2B5EF4-FFF2-40B4-BE49-F238E27FC236}">
                    <a16:creationId xmlns:a16="http://schemas.microsoft.com/office/drawing/2014/main" id="{E970671A-66D5-D702-2945-5893A8D0BF49}"/>
                  </a:ext>
                </a:extLst>
              </p:cNvPr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>
                <a:extLst>
                  <a:ext uri="{FF2B5EF4-FFF2-40B4-BE49-F238E27FC236}">
                    <a16:creationId xmlns:a16="http://schemas.microsoft.com/office/drawing/2014/main" id="{FEAF34FC-D6C4-FA45-5F4A-3DFD7D3623BF}"/>
                  </a:ext>
                </a:extLst>
              </p:cNvPr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>
                <a:extLst>
                  <a:ext uri="{FF2B5EF4-FFF2-40B4-BE49-F238E27FC236}">
                    <a16:creationId xmlns:a16="http://schemas.microsoft.com/office/drawing/2014/main" id="{780E78D7-18E2-3139-51AD-9F39CA2A1DE9}"/>
                  </a:ext>
                </a:extLst>
              </p:cNvPr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>
                <a:extLst>
                  <a:ext uri="{FF2B5EF4-FFF2-40B4-BE49-F238E27FC236}">
                    <a16:creationId xmlns:a16="http://schemas.microsoft.com/office/drawing/2014/main" id="{9D1B8BBE-231C-403A-64F8-59C42BE6B32A}"/>
                  </a:ext>
                </a:extLst>
              </p:cNvPr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>
                <a:extLst>
                  <a:ext uri="{FF2B5EF4-FFF2-40B4-BE49-F238E27FC236}">
                    <a16:creationId xmlns:a16="http://schemas.microsoft.com/office/drawing/2014/main" id="{6B5E837C-9D1A-D79B-424B-0587644FA031}"/>
                  </a:ext>
                </a:extLst>
              </p:cNvPr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>
                <a:extLst>
                  <a:ext uri="{FF2B5EF4-FFF2-40B4-BE49-F238E27FC236}">
                    <a16:creationId xmlns:a16="http://schemas.microsoft.com/office/drawing/2014/main" id="{35B31C32-C24E-7265-0681-75A7BCEE9875}"/>
                  </a:ext>
                </a:extLst>
              </p:cNvPr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>
                <a:extLst>
                  <a:ext uri="{FF2B5EF4-FFF2-40B4-BE49-F238E27FC236}">
                    <a16:creationId xmlns:a16="http://schemas.microsoft.com/office/drawing/2014/main" id="{BF37F992-3303-DE5B-74DC-E0A9C0CA9CF8}"/>
                  </a:ext>
                </a:extLst>
              </p:cNvPr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>
              <a:extLst>
                <a:ext uri="{FF2B5EF4-FFF2-40B4-BE49-F238E27FC236}">
                  <a16:creationId xmlns:a16="http://schemas.microsoft.com/office/drawing/2014/main" id="{0AA6640E-D8E3-EB02-2D8E-D66905D13142}"/>
                </a:ext>
              </a:extLst>
            </p:cNvPr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>
                <a:extLst>
                  <a:ext uri="{FF2B5EF4-FFF2-40B4-BE49-F238E27FC236}">
                    <a16:creationId xmlns:a16="http://schemas.microsoft.com/office/drawing/2014/main" id="{7DB0FF50-2DD4-F0B8-65EE-E13027C4E5E4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>
                <a:extLst>
                  <a:ext uri="{FF2B5EF4-FFF2-40B4-BE49-F238E27FC236}">
                    <a16:creationId xmlns:a16="http://schemas.microsoft.com/office/drawing/2014/main" id="{2F2085C9-77E2-3A42-8AA7-A3BFE861AF49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>
              <a:extLst>
                <a:ext uri="{FF2B5EF4-FFF2-40B4-BE49-F238E27FC236}">
                  <a16:creationId xmlns:a16="http://schemas.microsoft.com/office/drawing/2014/main" id="{B25A6C4A-8CCA-4DCD-2AE1-7248A3107EE4}"/>
                </a:ext>
              </a:extLst>
            </p:cNvPr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>
                <a:extLst>
                  <a:ext uri="{FF2B5EF4-FFF2-40B4-BE49-F238E27FC236}">
                    <a16:creationId xmlns:a16="http://schemas.microsoft.com/office/drawing/2014/main" id="{35037A8C-D256-4EE3-13A5-73C6C60D9DDB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>
                <a:extLst>
                  <a:ext uri="{FF2B5EF4-FFF2-40B4-BE49-F238E27FC236}">
                    <a16:creationId xmlns:a16="http://schemas.microsoft.com/office/drawing/2014/main" id="{559CA259-C13C-2974-2F46-D9FE78F3B908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>
              <a:extLst>
                <a:ext uri="{FF2B5EF4-FFF2-40B4-BE49-F238E27FC236}">
                  <a16:creationId xmlns:a16="http://schemas.microsoft.com/office/drawing/2014/main" id="{42A284DF-7AB1-D565-352B-9D117ED52278}"/>
                </a:ext>
              </a:extLst>
            </p:cNvPr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>
            <a:extLst>
              <a:ext uri="{FF2B5EF4-FFF2-40B4-BE49-F238E27FC236}">
                <a16:creationId xmlns:a16="http://schemas.microsoft.com/office/drawing/2014/main" id="{826BFFBE-4ED0-17B7-3CEB-40523045FA58}"/>
              </a:ext>
            </a:extLst>
          </p:cNvPr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>
              <a:extLst>
                <a:ext uri="{FF2B5EF4-FFF2-40B4-BE49-F238E27FC236}">
                  <a16:creationId xmlns:a16="http://schemas.microsoft.com/office/drawing/2014/main" id="{B9F09DD7-53B9-AF34-95BF-8E0DD70D5E7B}"/>
                </a:ext>
              </a:extLst>
            </p:cNvPr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  <p:cxnSp>
          <p:nvCxnSpPr>
            <p:cNvPr id="1525" name="Google Shape;1525;p38">
              <a:extLst>
                <a:ext uri="{FF2B5EF4-FFF2-40B4-BE49-F238E27FC236}">
                  <a16:creationId xmlns:a16="http://schemas.microsoft.com/office/drawing/2014/main" id="{8E2C6B21-9B6C-EF2F-9355-A7986B921C99}"/>
                </a:ext>
              </a:extLst>
            </p:cNvPr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>
              <a:extLst>
                <a:ext uri="{FF2B5EF4-FFF2-40B4-BE49-F238E27FC236}">
                  <a16:creationId xmlns:a16="http://schemas.microsoft.com/office/drawing/2014/main" id="{618C2B70-A6C0-9EE1-9228-3301E334952A}"/>
                </a:ext>
              </a:extLst>
            </p:cNvPr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</p:grpSp>
      <p:grpSp>
        <p:nvGrpSpPr>
          <p:cNvPr id="2" name="Google Shape;3141;p66">
            <a:extLst>
              <a:ext uri="{FF2B5EF4-FFF2-40B4-BE49-F238E27FC236}">
                <a16:creationId xmlns:a16="http://schemas.microsoft.com/office/drawing/2014/main" id="{7BCFA98D-78DC-9388-F158-6199E62AF0A2}"/>
              </a:ext>
            </a:extLst>
          </p:cNvPr>
          <p:cNvGrpSpPr/>
          <p:nvPr/>
        </p:nvGrpSpPr>
        <p:grpSpPr>
          <a:xfrm>
            <a:off x="-96021" y="4082275"/>
            <a:ext cx="1892093" cy="1948807"/>
            <a:chOff x="229175" y="1404950"/>
            <a:chExt cx="1576350" cy="1623600"/>
          </a:xfrm>
        </p:grpSpPr>
        <p:sp>
          <p:nvSpPr>
            <p:cNvPr id="3" name="Google Shape;3142;p66">
              <a:extLst>
                <a:ext uri="{FF2B5EF4-FFF2-40B4-BE49-F238E27FC236}">
                  <a16:creationId xmlns:a16="http://schemas.microsoft.com/office/drawing/2014/main" id="{AE6195F6-2AD4-F68A-F274-9430214F34B6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43;p66">
              <a:extLst>
                <a:ext uri="{FF2B5EF4-FFF2-40B4-BE49-F238E27FC236}">
                  <a16:creationId xmlns:a16="http://schemas.microsoft.com/office/drawing/2014/main" id="{491C8DB9-6D87-4C2B-4306-C4A2CEFAC2FD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44;p66">
              <a:extLst>
                <a:ext uri="{FF2B5EF4-FFF2-40B4-BE49-F238E27FC236}">
                  <a16:creationId xmlns:a16="http://schemas.microsoft.com/office/drawing/2014/main" id="{4442B92D-5871-471F-1E5C-F5F09E511138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45;p66">
              <a:extLst>
                <a:ext uri="{FF2B5EF4-FFF2-40B4-BE49-F238E27FC236}">
                  <a16:creationId xmlns:a16="http://schemas.microsoft.com/office/drawing/2014/main" id="{E16060C4-5545-C723-9033-267D87162E95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5565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41"/>
          <p:cNvSpPr txBox="1">
            <a:spLocks noGrp="1"/>
          </p:cNvSpPr>
          <p:nvPr>
            <p:ph type="title"/>
          </p:nvPr>
        </p:nvSpPr>
        <p:spPr>
          <a:xfrm>
            <a:off x="649106" y="16169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OCR A Extended" panose="02010509020102010303" pitchFamily="50" charset="0"/>
              </a:rPr>
              <a:t>The tools and technologies used</a:t>
            </a:r>
            <a:endParaRPr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BCA968-19A9-CDF0-B420-CAF9903852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77358" y1="49160" x2="77358" y2="53361"/>
                        <a14:foregroundMark x1="91981" y1="47899" x2="91981" y2="52101"/>
                        <a14:foregroundMark x1="45755" y1="28571" x2="25000" y2="38655"/>
                        <a14:foregroundMark x1="47642" y1="28151" x2="69340" y2="34874"/>
                        <a14:foregroundMark x1="29717" y1="43277" x2="33962" y2="68908"/>
                        <a14:foregroundMark x1="40566" y1="70588" x2="64151" y2="697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357" y="929493"/>
            <a:ext cx="1058220" cy="118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E0B4A5-3312-5210-A889-CF389468B9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63436" y1="79730" x2="91630" y2="78829"/>
                        <a14:foregroundMark x1="92070" y1="78829" x2="88987" y2="26126"/>
                        <a14:foregroundMark x1="90749" y1="20721" x2="63877" y2="21171"/>
                        <a14:foregroundMark x1="86784" y1="47297" x2="66520" y2="58108"/>
                        <a14:foregroundMark x1="34802" y1="45045" x2="33480" y2="36937"/>
                        <a14:foregroundMark x1="22467" y1="62613" x2="22907" y2="36937"/>
                        <a14:foregroundMark x1="62555" y1="65766" x2="82819" y2="662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350" y="2320581"/>
            <a:ext cx="1205841" cy="1179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B9EB4F1-875D-C6EB-168C-DED2174B18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929" y="2378752"/>
            <a:ext cx="1090194" cy="10629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D816F6-45F1-E3F1-BD04-796BBEBEC7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94008" y1="63836" x2="86291" y2="43533"/>
                        <a14:foregroundMark x1="90604" y1="14885" x2="90604" y2="14885"/>
                        <a14:foregroundMark x1="92329" y1="22255" x2="83704" y2="20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491" y="1047612"/>
            <a:ext cx="1132427" cy="105326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79F947-C134-F6A5-AE35-E59EC25C0D9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87" y="733477"/>
            <a:ext cx="1590677" cy="15906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C333FA-45F7-91CB-0E65-603A19FDB4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0" b="100000" l="0" r="100000">
                        <a14:foregroundMark x1="72687" y1="49550" x2="80617" y2="50901"/>
                        <a14:foregroundMark x1="60793" y1="81532" x2="92070" y2="81532"/>
                        <a14:foregroundMark x1="94273" y1="86937" x2="90749" y2="14865"/>
                        <a14:foregroundMark x1="88546" y1="18468" x2="68722" y2="16216"/>
                        <a14:foregroundMark x1="83260" y1="30631" x2="59471" y2="27477"/>
                        <a14:foregroundMark x1="82819" y1="40090" x2="65639" y2="38288"/>
                        <a14:foregroundMark x1="68722" y1="49550" x2="61233" y2="49099"/>
                        <a14:foregroundMark x1="83700" y1="60811" x2="60793" y2="57658"/>
                        <a14:foregroundMark x1="81498" y1="68468" x2="65198" y2="67568"/>
                        <a14:foregroundMark x1="12335" y1="40090" x2="18062" y2="60811"/>
                        <a14:foregroundMark x1="23348" y1="54054" x2="26432" y2="36937"/>
                        <a14:foregroundMark x1="29075" y1="41892" x2="33040" y2="60811"/>
                        <a14:foregroundMark x1="35683" y1="58559" x2="41850" y2="423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902" y="2320580"/>
            <a:ext cx="1205841" cy="117928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DC54E01-3504-185A-EBCA-2ECC0DDCA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87" y="2129604"/>
            <a:ext cx="1590677" cy="159067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FE30C8C-8A23-6E90-4BB6-FB260AC2C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403" y="929493"/>
            <a:ext cx="1338786" cy="1338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2DF36D31-FC2A-11A9-D826-049516882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458" y="3727128"/>
            <a:ext cx="1223889" cy="1223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24AE990-353D-3F33-A8BB-1AE520748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80" y="3798078"/>
            <a:ext cx="1223889" cy="1223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07322884-2B64-A0C5-B85B-E5BD6561F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8">
            <a:extLst>
              <a:ext uri="{FF2B5EF4-FFF2-40B4-BE49-F238E27FC236}">
                <a16:creationId xmlns:a16="http://schemas.microsoft.com/office/drawing/2014/main" id="{1D5FD8BB-4B19-182D-B6E1-101C879A29F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2060"/>
                </a:solidFill>
                <a:latin typeface="OCR A Extended" panose="02010509020102010303" pitchFamily="50" charset="0"/>
              </a:rPr>
              <a:t>04</a:t>
            </a:r>
            <a:endParaRPr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sp>
        <p:nvSpPr>
          <p:cNvPr id="1485" name="Google Shape;1485;p38">
            <a:extLst>
              <a:ext uri="{FF2B5EF4-FFF2-40B4-BE49-F238E27FC236}">
                <a16:creationId xmlns:a16="http://schemas.microsoft.com/office/drawing/2014/main" id="{988439BA-F6C9-5C63-6B96-01D60BFA973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0134" y="3189255"/>
            <a:ext cx="8383866" cy="6741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1600" dirty="0">
                <a:solidFill>
                  <a:srgbClr val="002060"/>
                </a:solidFill>
                <a:latin typeface="OCR A Extended" panose="02010509020102010303" pitchFamily="50" charset="0"/>
              </a:rPr>
              <a:t>https://github.com/codingburgas/sprint-10th-grade-pathx</a:t>
            </a:r>
            <a:endParaRPr sz="1600"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grpSp>
        <p:nvGrpSpPr>
          <p:cNvPr id="1486" name="Google Shape;1486;p38">
            <a:extLst>
              <a:ext uri="{FF2B5EF4-FFF2-40B4-BE49-F238E27FC236}">
                <a16:creationId xmlns:a16="http://schemas.microsoft.com/office/drawing/2014/main" id="{9102EED9-9AB8-B0D3-960C-FE69967FAD87}"/>
              </a:ext>
            </a:extLst>
          </p:cNvPr>
          <p:cNvGrpSpPr/>
          <p:nvPr/>
        </p:nvGrpSpPr>
        <p:grpSpPr>
          <a:xfrm>
            <a:off x="-374387" y="3354325"/>
            <a:ext cx="3922590" cy="2969900"/>
            <a:chOff x="-374387" y="3354325"/>
            <a:chExt cx="3922590" cy="2969900"/>
          </a:xfrm>
        </p:grpSpPr>
        <p:pic>
          <p:nvPicPr>
            <p:cNvPr id="1487" name="Google Shape;1487;p38">
              <a:extLst>
                <a:ext uri="{FF2B5EF4-FFF2-40B4-BE49-F238E27FC236}">
                  <a16:creationId xmlns:a16="http://schemas.microsoft.com/office/drawing/2014/main" id="{CF8E3171-C6D3-DD67-38E5-6F79C2403DE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8" name="Google Shape;1488;p38">
              <a:extLst>
                <a:ext uri="{FF2B5EF4-FFF2-40B4-BE49-F238E27FC236}">
                  <a16:creationId xmlns:a16="http://schemas.microsoft.com/office/drawing/2014/main" id="{3DA3E141-376E-6681-3747-60D5216B318D}"/>
                </a:ext>
              </a:extLst>
            </p:cNvPr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9" name="Google Shape;1489;p38">
                <a:extLst>
                  <a:ext uri="{FF2B5EF4-FFF2-40B4-BE49-F238E27FC236}">
                    <a16:creationId xmlns:a16="http://schemas.microsoft.com/office/drawing/2014/main" id="{1B4EC2C0-62E1-DE6A-AB1C-5F5A327992B0}"/>
                  </a:ext>
                </a:extLst>
              </p:cNvPr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>
                <a:extLst>
                  <a:ext uri="{FF2B5EF4-FFF2-40B4-BE49-F238E27FC236}">
                    <a16:creationId xmlns:a16="http://schemas.microsoft.com/office/drawing/2014/main" id="{DA5FE963-C456-ED58-754E-79E249DAE216}"/>
                  </a:ext>
                </a:extLst>
              </p:cNvPr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>
                <a:extLst>
                  <a:ext uri="{FF2B5EF4-FFF2-40B4-BE49-F238E27FC236}">
                    <a16:creationId xmlns:a16="http://schemas.microsoft.com/office/drawing/2014/main" id="{E4F8098F-62A0-6D91-9DD9-CC19A2994B0E}"/>
                  </a:ext>
                </a:extLst>
              </p:cNvPr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2" name="Google Shape;1492;p38">
            <a:extLst>
              <a:ext uri="{FF2B5EF4-FFF2-40B4-BE49-F238E27FC236}">
                <a16:creationId xmlns:a16="http://schemas.microsoft.com/office/drawing/2014/main" id="{B6687296-5E49-21B4-F330-5F35439C8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7360744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002060"/>
                </a:solidFill>
                <a:latin typeface="OCR A Extended" panose="02010509020102010303" pitchFamily="50" charset="0"/>
              </a:rPr>
              <a:t>Lets go to our project</a:t>
            </a:r>
            <a:endParaRPr sz="4000" dirty="0">
              <a:solidFill>
                <a:srgbClr val="002060"/>
              </a:solidFill>
              <a:latin typeface="OCR A Extended" panose="02010509020102010303" pitchFamily="50" charset="0"/>
            </a:endParaRPr>
          </a:p>
        </p:txBody>
      </p:sp>
      <p:grpSp>
        <p:nvGrpSpPr>
          <p:cNvPr id="1493" name="Google Shape;1493;p38">
            <a:extLst>
              <a:ext uri="{FF2B5EF4-FFF2-40B4-BE49-F238E27FC236}">
                <a16:creationId xmlns:a16="http://schemas.microsoft.com/office/drawing/2014/main" id="{89E81475-C097-7B43-AEC1-DD030FEE6B9D}"/>
              </a:ext>
            </a:extLst>
          </p:cNvPr>
          <p:cNvGrpSpPr/>
          <p:nvPr/>
        </p:nvGrpSpPr>
        <p:grpSpPr>
          <a:xfrm>
            <a:off x="6472540" y="-1313690"/>
            <a:ext cx="4268216" cy="6666030"/>
            <a:chOff x="6128138" y="-1301175"/>
            <a:chExt cx="4268216" cy="6666030"/>
          </a:xfrm>
        </p:grpSpPr>
        <p:sp>
          <p:nvSpPr>
            <p:cNvPr id="1494" name="Google Shape;1494;p38">
              <a:extLst>
                <a:ext uri="{FF2B5EF4-FFF2-40B4-BE49-F238E27FC236}">
                  <a16:creationId xmlns:a16="http://schemas.microsoft.com/office/drawing/2014/main" id="{8CF7BA4A-CFF1-8FE8-A663-ACEAAFD1A25E}"/>
                </a:ext>
              </a:extLst>
            </p:cNvPr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>
              <a:extLst>
                <a:ext uri="{FF2B5EF4-FFF2-40B4-BE49-F238E27FC236}">
                  <a16:creationId xmlns:a16="http://schemas.microsoft.com/office/drawing/2014/main" id="{E76BED38-1720-35E3-7355-9BF200C921C7}"/>
                </a:ext>
              </a:extLst>
            </p:cNvPr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>
              <a:extLst>
                <a:ext uri="{FF2B5EF4-FFF2-40B4-BE49-F238E27FC236}">
                  <a16:creationId xmlns:a16="http://schemas.microsoft.com/office/drawing/2014/main" id="{4E87CB9A-61A1-2F56-F3E1-A350F6D1BF42}"/>
                </a:ext>
              </a:extLst>
            </p:cNvPr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>
              <a:extLst>
                <a:ext uri="{FF2B5EF4-FFF2-40B4-BE49-F238E27FC236}">
                  <a16:creationId xmlns:a16="http://schemas.microsoft.com/office/drawing/2014/main" id="{6F4248C9-84BE-3363-0FB1-8946DC1318AE}"/>
                </a:ext>
              </a:extLst>
            </p:cNvPr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8">
              <a:extLst>
                <a:ext uri="{FF2B5EF4-FFF2-40B4-BE49-F238E27FC236}">
                  <a16:creationId xmlns:a16="http://schemas.microsoft.com/office/drawing/2014/main" id="{AA9ADCF5-67EA-5408-2CED-0403AB0F3F4D}"/>
                </a:ext>
              </a:extLst>
            </p:cNvPr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9" name="Google Shape;1499;p38">
              <a:extLst>
                <a:ext uri="{FF2B5EF4-FFF2-40B4-BE49-F238E27FC236}">
                  <a16:creationId xmlns:a16="http://schemas.microsoft.com/office/drawing/2014/main" id="{FA36CA6A-05DA-6DF2-1420-16823B4F5B4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00" name="Google Shape;1500;p38">
              <a:extLst>
                <a:ext uri="{FF2B5EF4-FFF2-40B4-BE49-F238E27FC236}">
                  <a16:creationId xmlns:a16="http://schemas.microsoft.com/office/drawing/2014/main" id="{D3DF1B63-6614-D20A-620D-1D1E28F96800}"/>
                </a:ext>
              </a:extLst>
            </p:cNvPr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1" name="Google Shape;1501;p38">
                <a:extLst>
                  <a:ext uri="{FF2B5EF4-FFF2-40B4-BE49-F238E27FC236}">
                    <a16:creationId xmlns:a16="http://schemas.microsoft.com/office/drawing/2014/main" id="{AA909568-FA81-EC6D-9846-A9F83514EDEA}"/>
                  </a:ext>
                </a:extLst>
              </p:cNvPr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>
                <a:extLst>
                  <a:ext uri="{FF2B5EF4-FFF2-40B4-BE49-F238E27FC236}">
                    <a16:creationId xmlns:a16="http://schemas.microsoft.com/office/drawing/2014/main" id="{6BAD4B8A-F86B-2A5B-6B1A-D40FE3290F16}"/>
                  </a:ext>
                </a:extLst>
              </p:cNvPr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>
                <a:extLst>
                  <a:ext uri="{FF2B5EF4-FFF2-40B4-BE49-F238E27FC236}">
                    <a16:creationId xmlns:a16="http://schemas.microsoft.com/office/drawing/2014/main" id="{02681B3C-1DC4-9675-C666-E2E104412E92}"/>
                  </a:ext>
                </a:extLst>
              </p:cNvPr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>
                <a:extLst>
                  <a:ext uri="{FF2B5EF4-FFF2-40B4-BE49-F238E27FC236}">
                    <a16:creationId xmlns:a16="http://schemas.microsoft.com/office/drawing/2014/main" id="{903FFEB4-42E5-4109-8867-97386427CFA3}"/>
                  </a:ext>
                </a:extLst>
              </p:cNvPr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>
                <a:extLst>
                  <a:ext uri="{FF2B5EF4-FFF2-40B4-BE49-F238E27FC236}">
                    <a16:creationId xmlns:a16="http://schemas.microsoft.com/office/drawing/2014/main" id="{F9BD73F5-F67D-4EBC-A2BD-ED7389770344}"/>
                  </a:ext>
                </a:extLst>
              </p:cNvPr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>
                <a:extLst>
                  <a:ext uri="{FF2B5EF4-FFF2-40B4-BE49-F238E27FC236}">
                    <a16:creationId xmlns:a16="http://schemas.microsoft.com/office/drawing/2014/main" id="{E8C3A00F-8EE6-985D-6961-FFB6C907C07D}"/>
                  </a:ext>
                </a:extLst>
              </p:cNvPr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>
                <a:extLst>
                  <a:ext uri="{FF2B5EF4-FFF2-40B4-BE49-F238E27FC236}">
                    <a16:creationId xmlns:a16="http://schemas.microsoft.com/office/drawing/2014/main" id="{3CC46EAC-1211-ECB7-669D-07B4851FB180}"/>
                  </a:ext>
                </a:extLst>
              </p:cNvPr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8">
              <a:extLst>
                <a:ext uri="{FF2B5EF4-FFF2-40B4-BE49-F238E27FC236}">
                  <a16:creationId xmlns:a16="http://schemas.microsoft.com/office/drawing/2014/main" id="{B3615B6F-2C67-70B7-2BFC-F6D2211677ED}"/>
                </a:ext>
              </a:extLst>
            </p:cNvPr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9" name="Google Shape;1509;p38">
                <a:extLst>
                  <a:ext uri="{FF2B5EF4-FFF2-40B4-BE49-F238E27FC236}">
                    <a16:creationId xmlns:a16="http://schemas.microsoft.com/office/drawing/2014/main" id="{268116CC-825F-122E-88AB-CB17A3C2598D}"/>
                  </a:ext>
                </a:extLst>
              </p:cNvPr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>
                <a:extLst>
                  <a:ext uri="{FF2B5EF4-FFF2-40B4-BE49-F238E27FC236}">
                    <a16:creationId xmlns:a16="http://schemas.microsoft.com/office/drawing/2014/main" id="{86C2DFA9-138E-EB58-38D7-9253393153B4}"/>
                  </a:ext>
                </a:extLst>
              </p:cNvPr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>
                <a:extLst>
                  <a:ext uri="{FF2B5EF4-FFF2-40B4-BE49-F238E27FC236}">
                    <a16:creationId xmlns:a16="http://schemas.microsoft.com/office/drawing/2014/main" id="{0E440292-CAF1-2199-8B06-27550175F76C}"/>
                  </a:ext>
                </a:extLst>
              </p:cNvPr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>
                <a:extLst>
                  <a:ext uri="{FF2B5EF4-FFF2-40B4-BE49-F238E27FC236}">
                    <a16:creationId xmlns:a16="http://schemas.microsoft.com/office/drawing/2014/main" id="{80EAFEB4-83BC-BB2C-2D2A-3769B30918C8}"/>
                  </a:ext>
                </a:extLst>
              </p:cNvPr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>
                <a:extLst>
                  <a:ext uri="{FF2B5EF4-FFF2-40B4-BE49-F238E27FC236}">
                    <a16:creationId xmlns:a16="http://schemas.microsoft.com/office/drawing/2014/main" id="{F13C71B4-D6FE-8333-1D8C-440DBD076BC6}"/>
                  </a:ext>
                </a:extLst>
              </p:cNvPr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>
                <a:extLst>
                  <a:ext uri="{FF2B5EF4-FFF2-40B4-BE49-F238E27FC236}">
                    <a16:creationId xmlns:a16="http://schemas.microsoft.com/office/drawing/2014/main" id="{2C60AC64-3711-16C9-75B7-AB06FB270D52}"/>
                  </a:ext>
                </a:extLst>
              </p:cNvPr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>
                <a:extLst>
                  <a:ext uri="{FF2B5EF4-FFF2-40B4-BE49-F238E27FC236}">
                    <a16:creationId xmlns:a16="http://schemas.microsoft.com/office/drawing/2014/main" id="{4517195E-1978-6E85-95C7-D5EB57C4E67B}"/>
                  </a:ext>
                </a:extLst>
              </p:cNvPr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6" name="Google Shape;1516;p38">
              <a:extLst>
                <a:ext uri="{FF2B5EF4-FFF2-40B4-BE49-F238E27FC236}">
                  <a16:creationId xmlns:a16="http://schemas.microsoft.com/office/drawing/2014/main" id="{3BEC10B6-C8A4-CA9B-3EC0-6A44AF3CE108}"/>
                </a:ext>
              </a:extLst>
            </p:cNvPr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7" name="Google Shape;1517;p38">
                <a:extLst>
                  <a:ext uri="{FF2B5EF4-FFF2-40B4-BE49-F238E27FC236}">
                    <a16:creationId xmlns:a16="http://schemas.microsoft.com/office/drawing/2014/main" id="{85D3D0F6-2862-4621-1ACD-ED5F3FBA9D44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>
                <a:extLst>
                  <a:ext uri="{FF2B5EF4-FFF2-40B4-BE49-F238E27FC236}">
                    <a16:creationId xmlns:a16="http://schemas.microsoft.com/office/drawing/2014/main" id="{9ACF954D-FB7D-E4B0-FD4A-E6741E2797DF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9" name="Google Shape;1519;p38">
              <a:extLst>
                <a:ext uri="{FF2B5EF4-FFF2-40B4-BE49-F238E27FC236}">
                  <a16:creationId xmlns:a16="http://schemas.microsoft.com/office/drawing/2014/main" id="{C820E028-B01D-5A3F-3F05-AD1BBD32F439}"/>
                </a:ext>
              </a:extLst>
            </p:cNvPr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20" name="Google Shape;1520;p38">
                <a:extLst>
                  <a:ext uri="{FF2B5EF4-FFF2-40B4-BE49-F238E27FC236}">
                    <a16:creationId xmlns:a16="http://schemas.microsoft.com/office/drawing/2014/main" id="{044F513B-DA44-46EC-90D6-01EC7C3FA13C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>
                <a:extLst>
                  <a:ext uri="{FF2B5EF4-FFF2-40B4-BE49-F238E27FC236}">
                    <a16:creationId xmlns:a16="http://schemas.microsoft.com/office/drawing/2014/main" id="{98DD3E9D-4C7A-9C83-809A-25059817E8D9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2" name="Google Shape;1522;p38">
              <a:extLst>
                <a:ext uri="{FF2B5EF4-FFF2-40B4-BE49-F238E27FC236}">
                  <a16:creationId xmlns:a16="http://schemas.microsoft.com/office/drawing/2014/main" id="{228E9030-4E0A-8F1F-D2F5-BE20613D09D3}"/>
                </a:ext>
              </a:extLst>
            </p:cNvPr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3" name="Google Shape;1523;p38">
            <a:extLst>
              <a:ext uri="{FF2B5EF4-FFF2-40B4-BE49-F238E27FC236}">
                <a16:creationId xmlns:a16="http://schemas.microsoft.com/office/drawing/2014/main" id="{417D5495-F192-DA06-0B6C-6BE960EC7989}"/>
              </a:ext>
            </a:extLst>
          </p:cNvPr>
          <p:cNvGrpSpPr/>
          <p:nvPr/>
        </p:nvGrpSpPr>
        <p:grpSpPr>
          <a:xfrm>
            <a:off x="796100" y="3019701"/>
            <a:ext cx="4558967" cy="134100"/>
            <a:chOff x="796100" y="3019701"/>
            <a:chExt cx="4558967" cy="134100"/>
          </a:xfrm>
        </p:grpSpPr>
        <p:sp>
          <p:nvSpPr>
            <p:cNvPr id="1524" name="Google Shape;1524;p38">
              <a:extLst>
                <a:ext uri="{FF2B5EF4-FFF2-40B4-BE49-F238E27FC236}">
                  <a16:creationId xmlns:a16="http://schemas.microsoft.com/office/drawing/2014/main" id="{9E46ADD4-9F8B-1C86-D78E-8769C0585B44}"/>
                </a:ext>
              </a:extLst>
            </p:cNvPr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  <p:cxnSp>
          <p:nvCxnSpPr>
            <p:cNvPr id="1525" name="Google Shape;1525;p38">
              <a:extLst>
                <a:ext uri="{FF2B5EF4-FFF2-40B4-BE49-F238E27FC236}">
                  <a16:creationId xmlns:a16="http://schemas.microsoft.com/office/drawing/2014/main" id="{4BF91543-528B-FD1A-4AEE-D563E8CA5288}"/>
                </a:ext>
              </a:extLst>
            </p:cNvPr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6" name="Google Shape;1526;p38">
              <a:extLst>
                <a:ext uri="{FF2B5EF4-FFF2-40B4-BE49-F238E27FC236}">
                  <a16:creationId xmlns:a16="http://schemas.microsoft.com/office/drawing/2014/main" id="{36F23922-CE20-6201-0992-3E65D2A06052}"/>
                </a:ext>
              </a:extLst>
            </p:cNvPr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BFBEF7"/>
                </a:solidFill>
              </a:endParaRPr>
            </a:p>
          </p:txBody>
        </p:sp>
      </p:grpSp>
      <p:grpSp>
        <p:nvGrpSpPr>
          <p:cNvPr id="2" name="Google Shape;3141;p66">
            <a:extLst>
              <a:ext uri="{FF2B5EF4-FFF2-40B4-BE49-F238E27FC236}">
                <a16:creationId xmlns:a16="http://schemas.microsoft.com/office/drawing/2014/main" id="{36304C82-7AF8-19EE-AB3C-9B2E5AF74662}"/>
              </a:ext>
            </a:extLst>
          </p:cNvPr>
          <p:cNvGrpSpPr/>
          <p:nvPr/>
        </p:nvGrpSpPr>
        <p:grpSpPr>
          <a:xfrm>
            <a:off x="-96021" y="4082275"/>
            <a:ext cx="1892093" cy="1948807"/>
            <a:chOff x="229175" y="1404950"/>
            <a:chExt cx="1576350" cy="1623600"/>
          </a:xfrm>
        </p:grpSpPr>
        <p:sp>
          <p:nvSpPr>
            <p:cNvPr id="3" name="Google Shape;3142;p66">
              <a:extLst>
                <a:ext uri="{FF2B5EF4-FFF2-40B4-BE49-F238E27FC236}">
                  <a16:creationId xmlns:a16="http://schemas.microsoft.com/office/drawing/2014/main" id="{D630B187-8DCB-3DF6-A577-7B235A139F78}"/>
                </a:ext>
              </a:extLst>
            </p:cNvPr>
            <p:cNvSpPr/>
            <p:nvPr/>
          </p:nvSpPr>
          <p:spPr>
            <a:xfrm rot="10800000">
              <a:off x="713225" y="19461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43;p66">
              <a:extLst>
                <a:ext uri="{FF2B5EF4-FFF2-40B4-BE49-F238E27FC236}">
                  <a16:creationId xmlns:a16="http://schemas.microsoft.com/office/drawing/2014/main" id="{ABC36302-63CB-C90B-A632-58535A75A050}"/>
                </a:ext>
              </a:extLst>
            </p:cNvPr>
            <p:cNvSpPr/>
            <p:nvPr/>
          </p:nvSpPr>
          <p:spPr>
            <a:xfrm rot="10800000">
              <a:off x="551875" y="1751325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44;p66">
              <a:extLst>
                <a:ext uri="{FF2B5EF4-FFF2-40B4-BE49-F238E27FC236}">
                  <a16:creationId xmlns:a16="http://schemas.microsoft.com/office/drawing/2014/main" id="{AACDB5AF-3189-B5EE-E014-B3B77D318D31}"/>
                </a:ext>
              </a:extLst>
            </p:cNvPr>
            <p:cNvSpPr/>
            <p:nvPr/>
          </p:nvSpPr>
          <p:spPr>
            <a:xfrm rot="10800000">
              <a:off x="390525" y="15835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45;p66">
              <a:extLst>
                <a:ext uri="{FF2B5EF4-FFF2-40B4-BE49-F238E27FC236}">
                  <a16:creationId xmlns:a16="http://schemas.microsoft.com/office/drawing/2014/main" id="{69ED9826-ED90-44FE-A0AB-7BB6E468B098}"/>
                </a:ext>
              </a:extLst>
            </p:cNvPr>
            <p:cNvSpPr/>
            <p:nvPr/>
          </p:nvSpPr>
          <p:spPr>
            <a:xfrm rot="10800000">
              <a:off x="229175" y="1404950"/>
              <a:ext cx="1092300" cy="10824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55078117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130</Words>
  <Application>Microsoft Office PowerPoint</Application>
  <PresentationFormat>On-screen Show (16:9)</PresentationFormat>
  <Paragraphs>30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IBM Plex Mono</vt:lpstr>
      <vt:lpstr>Roboto Condensed Light</vt:lpstr>
      <vt:lpstr>OCR A Extended</vt:lpstr>
      <vt:lpstr>Poppins</vt:lpstr>
      <vt:lpstr>Arial</vt:lpstr>
      <vt:lpstr>Introduction to Coding Workshop by Slidesgo</vt:lpstr>
      <vt:lpstr>Team PathX</vt:lpstr>
      <vt:lpstr>Table of contents</vt:lpstr>
      <vt:lpstr>01</vt:lpstr>
      <vt:lpstr>Team PathX</vt:lpstr>
      <vt:lpstr>02</vt:lpstr>
      <vt:lpstr>Stages of realization</vt:lpstr>
      <vt:lpstr>03</vt:lpstr>
      <vt:lpstr>The tools and technologies used</vt:lpstr>
      <vt:lpstr>04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Петър Ангелов Димитров</dc:creator>
  <cp:lastModifiedBy>Любомир Златинов Куманов</cp:lastModifiedBy>
  <cp:revision>4</cp:revision>
  <dcterms:modified xsi:type="dcterms:W3CDTF">2025-11-17T22:10:09Z</dcterms:modified>
</cp:coreProperties>
</file>